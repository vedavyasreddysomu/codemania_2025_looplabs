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Fira Code" panose="020B0809050000020004" pitchFamily="49" charset="0"/>
      <p:regular r:id="rId11"/>
      <p:bold r:id="rId12"/>
    </p:embeddedFont>
    <p:embeddedFont>
      <p:font typeface="Poppins Semi-Bold" panose="020B0604020202020204" charset="0"/>
      <p:regular r:id="rId13"/>
    </p:embeddedFont>
    <p:embeddedFont>
      <p:font typeface="Times New Roman Bold" panose="02020803070505020304" pitchFamily="18" charset="0"/>
      <p:regular r:id="rId14"/>
      <p:bold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E76DFB-43AB-4CD7-9290-820B8EDC3D95}" v="16" dt="2025-04-30T09:49:12.5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guide orient="horz" pos="2160"/>
        <p:guide pos="2880"/>
      </p:guideLst>
    </p:cSldViewPr>
  </p:slide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ishnavi sree Ravva" userId="5e056a874aa47b22" providerId="LiveId" clId="{DAE76DFB-43AB-4CD7-9290-820B8EDC3D95}"/>
    <pc:docChg chg="undo redo custSel addSld delSld modSld">
      <pc:chgData name="Vaishnavi sree Ravva" userId="5e056a874aa47b22" providerId="LiveId" clId="{DAE76DFB-43AB-4CD7-9290-820B8EDC3D95}" dt="2025-04-30T09:49:36.781" v="1134" actId="255"/>
      <pc:docMkLst>
        <pc:docMk/>
      </pc:docMkLst>
      <pc:sldChg chg="modSp mod">
        <pc:chgData name="Vaishnavi sree Ravva" userId="5e056a874aa47b22" providerId="LiveId" clId="{DAE76DFB-43AB-4CD7-9290-820B8EDC3D95}" dt="2025-04-30T09:42:54.161" v="999" actId="255"/>
        <pc:sldMkLst>
          <pc:docMk/>
          <pc:sldMk cId="0" sldId="256"/>
        </pc:sldMkLst>
        <pc:spChg chg="mod">
          <ac:chgData name="Vaishnavi sree Ravva" userId="5e056a874aa47b22" providerId="LiveId" clId="{DAE76DFB-43AB-4CD7-9290-820B8EDC3D95}" dt="2025-04-30T09:42:45.230" v="998" actId="1076"/>
          <ac:spMkLst>
            <pc:docMk/>
            <pc:sldMk cId="0" sldId="256"/>
            <ac:spMk id="2" creationId="{00000000-0000-0000-0000-000000000000}"/>
          </ac:spMkLst>
        </pc:spChg>
        <pc:spChg chg="mod">
          <ac:chgData name="Vaishnavi sree Ravva" userId="5e056a874aa47b22" providerId="LiveId" clId="{DAE76DFB-43AB-4CD7-9290-820B8EDC3D95}" dt="2025-04-30T07:30:32.519" v="204" actId="1076"/>
          <ac:spMkLst>
            <pc:docMk/>
            <pc:sldMk cId="0" sldId="256"/>
            <ac:spMk id="4" creationId="{00000000-0000-0000-0000-000000000000}"/>
          </ac:spMkLst>
        </pc:spChg>
        <pc:spChg chg="mod">
          <ac:chgData name="Vaishnavi sree Ravva" userId="5e056a874aa47b22" providerId="LiveId" clId="{DAE76DFB-43AB-4CD7-9290-820B8EDC3D95}" dt="2025-04-30T09:10:59.766" v="278" actId="20577"/>
          <ac:spMkLst>
            <pc:docMk/>
            <pc:sldMk cId="0" sldId="256"/>
            <ac:spMk id="6" creationId="{00000000-0000-0000-0000-000000000000}"/>
          </ac:spMkLst>
        </pc:spChg>
        <pc:spChg chg="mod">
          <ac:chgData name="Vaishnavi sree Ravva" userId="5e056a874aa47b22" providerId="LiveId" clId="{DAE76DFB-43AB-4CD7-9290-820B8EDC3D95}" dt="2025-04-30T09:42:54.161" v="999" actId="255"/>
          <ac:spMkLst>
            <pc:docMk/>
            <pc:sldMk cId="0" sldId="256"/>
            <ac:spMk id="9" creationId="{00000000-0000-0000-0000-000000000000}"/>
          </ac:spMkLst>
        </pc:spChg>
      </pc:sldChg>
      <pc:sldChg chg="addSp delSp modSp mod">
        <pc:chgData name="Vaishnavi sree Ravva" userId="5e056a874aa47b22" providerId="LiveId" clId="{DAE76DFB-43AB-4CD7-9290-820B8EDC3D95}" dt="2025-04-30T09:49:36.781" v="1134" actId="255"/>
        <pc:sldMkLst>
          <pc:docMk/>
          <pc:sldMk cId="0" sldId="257"/>
        </pc:sldMkLst>
        <pc:spChg chg="mod">
          <ac:chgData name="Vaishnavi sree Ravva" userId="5e056a874aa47b22" providerId="LiveId" clId="{DAE76DFB-43AB-4CD7-9290-820B8EDC3D95}" dt="2025-04-30T09:49:05.152" v="1124" actId="1076"/>
          <ac:spMkLst>
            <pc:docMk/>
            <pc:sldMk cId="0" sldId="257"/>
            <ac:spMk id="2" creationId="{00000000-0000-0000-0000-000000000000}"/>
          </ac:spMkLst>
        </pc:spChg>
        <pc:spChg chg="mod">
          <ac:chgData name="Vaishnavi sree Ravva" userId="5e056a874aa47b22" providerId="LiveId" clId="{DAE76DFB-43AB-4CD7-9290-820B8EDC3D95}" dt="2025-04-30T06:25:00.636" v="201" actId="14100"/>
          <ac:spMkLst>
            <pc:docMk/>
            <pc:sldMk cId="0" sldId="257"/>
            <ac:spMk id="5" creationId="{00000000-0000-0000-0000-000000000000}"/>
          </ac:spMkLst>
        </pc:spChg>
        <pc:spChg chg="mod">
          <ac:chgData name="Vaishnavi sree Ravva" userId="5e056a874aa47b22" providerId="LiveId" clId="{DAE76DFB-43AB-4CD7-9290-820B8EDC3D95}" dt="2025-04-30T09:41:39.527" v="972" actId="20577"/>
          <ac:spMkLst>
            <pc:docMk/>
            <pc:sldMk cId="0" sldId="257"/>
            <ac:spMk id="10" creationId="{00000000-0000-0000-0000-000000000000}"/>
          </ac:spMkLst>
        </pc:spChg>
        <pc:spChg chg="del">
          <ac:chgData name="Vaishnavi sree Ravva" userId="5e056a874aa47b22" providerId="LiveId" clId="{DAE76DFB-43AB-4CD7-9290-820B8EDC3D95}" dt="2025-04-30T06:23:43.320" v="175" actId="21"/>
          <ac:spMkLst>
            <pc:docMk/>
            <pc:sldMk cId="0" sldId="257"/>
            <ac:spMk id="12" creationId="{00000000-0000-0000-0000-000000000000}"/>
          </ac:spMkLst>
        </pc:spChg>
        <pc:spChg chg="mod">
          <ac:chgData name="Vaishnavi sree Ravva" userId="5e056a874aa47b22" providerId="LiveId" clId="{DAE76DFB-43AB-4CD7-9290-820B8EDC3D95}" dt="2025-04-30T09:49:36.781" v="1134" actId="255"/>
          <ac:spMkLst>
            <pc:docMk/>
            <pc:sldMk cId="0" sldId="257"/>
            <ac:spMk id="13" creationId="{00000000-0000-0000-0000-000000000000}"/>
          </ac:spMkLst>
        </pc:spChg>
        <pc:spChg chg="del mod">
          <ac:chgData name="Vaishnavi sree Ravva" userId="5e056a874aa47b22" providerId="LiveId" clId="{DAE76DFB-43AB-4CD7-9290-820B8EDC3D95}" dt="2025-04-30T09:41:44.488" v="974"/>
          <ac:spMkLst>
            <pc:docMk/>
            <pc:sldMk cId="0" sldId="257"/>
            <ac:spMk id="14" creationId="{00000000-0000-0000-0000-000000000000}"/>
          </ac:spMkLst>
        </pc:spChg>
        <pc:spChg chg="add mod">
          <ac:chgData name="Vaishnavi sree Ravva" userId="5e056a874aa47b22" providerId="LiveId" clId="{DAE76DFB-43AB-4CD7-9290-820B8EDC3D95}" dt="2025-04-30T09:48:40.424" v="1120" actId="255"/>
          <ac:spMkLst>
            <pc:docMk/>
            <pc:sldMk cId="0" sldId="257"/>
            <ac:spMk id="15" creationId="{A36E8F97-78C7-51BA-A932-27812DE23B21}"/>
          </ac:spMkLst>
        </pc:spChg>
        <pc:grpChg chg="del mod">
          <ac:chgData name="Vaishnavi sree Ravva" userId="5e056a874aa47b22" providerId="LiveId" clId="{DAE76DFB-43AB-4CD7-9290-820B8EDC3D95}" dt="2025-04-30T09:48:57.362" v="1123" actId="21"/>
          <ac:grpSpMkLst>
            <pc:docMk/>
            <pc:sldMk cId="0" sldId="257"/>
            <ac:grpSpMk id="6" creationId="{00000000-0000-0000-0000-000000000000}"/>
          </ac:grpSpMkLst>
        </pc:grpChg>
      </pc:sldChg>
      <pc:sldChg chg="addSp delSp modSp mod">
        <pc:chgData name="Vaishnavi sree Ravva" userId="5e056a874aa47b22" providerId="LiveId" clId="{DAE76DFB-43AB-4CD7-9290-820B8EDC3D95}" dt="2025-04-30T09:16:47.134" v="311" actId="1076"/>
        <pc:sldMkLst>
          <pc:docMk/>
          <pc:sldMk cId="0" sldId="258"/>
        </pc:sldMkLst>
        <pc:spChg chg="mod">
          <ac:chgData name="Vaishnavi sree Ravva" userId="5e056a874aa47b22" providerId="LiveId" clId="{DAE76DFB-43AB-4CD7-9290-820B8EDC3D95}" dt="2025-04-30T09:16:47.134" v="311" actId="1076"/>
          <ac:spMkLst>
            <pc:docMk/>
            <pc:sldMk cId="0" sldId="258"/>
            <ac:spMk id="2" creationId="{00000000-0000-0000-0000-000000000000}"/>
          </ac:spMkLst>
        </pc:spChg>
        <pc:spChg chg="del mod">
          <ac:chgData name="Vaishnavi sree Ravva" userId="5e056a874aa47b22" providerId="LiveId" clId="{DAE76DFB-43AB-4CD7-9290-820B8EDC3D95}" dt="2025-04-30T09:14:03.024" v="307" actId="21"/>
          <ac:spMkLst>
            <pc:docMk/>
            <pc:sldMk cId="0" sldId="258"/>
            <ac:spMk id="5" creationId="{00000000-0000-0000-0000-000000000000}"/>
          </ac:spMkLst>
        </pc:spChg>
        <pc:spChg chg="del mod">
          <ac:chgData name="Vaishnavi sree Ravva" userId="5e056a874aa47b22" providerId="LiveId" clId="{DAE76DFB-43AB-4CD7-9290-820B8EDC3D95}" dt="2025-04-30T09:14:13.123" v="308" actId="21"/>
          <ac:spMkLst>
            <pc:docMk/>
            <pc:sldMk cId="0" sldId="258"/>
            <ac:spMk id="9" creationId="{00000000-0000-0000-0000-000000000000}"/>
          </ac:spMkLst>
        </pc:spChg>
        <pc:spChg chg="add del mod">
          <ac:chgData name="Vaishnavi sree Ravva" userId="5e056a874aa47b22" providerId="LiveId" clId="{DAE76DFB-43AB-4CD7-9290-820B8EDC3D95}" dt="2025-04-30T09:12:08.730" v="286" actId="20577"/>
          <ac:spMkLst>
            <pc:docMk/>
            <pc:sldMk cId="0" sldId="258"/>
            <ac:spMk id="10" creationId="{00000000-0000-0000-0000-000000000000}"/>
          </ac:spMkLst>
        </pc:spChg>
      </pc:sldChg>
      <pc:sldChg chg="modSp mod">
        <pc:chgData name="Vaishnavi sree Ravva" userId="5e056a874aa47b22" providerId="LiveId" clId="{DAE76DFB-43AB-4CD7-9290-820B8EDC3D95}" dt="2025-04-30T09:21:55.130" v="493" actId="20577"/>
        <pc:sldMkLst>
          <pc:docMk/>
          <pc:sldMk cId="0" sldId="259"/>
        </pc:sldMkLst>
        <pc:spChg chg="mod">
          <ac:chgData name="Vaishnavi sree Ravva" userId="5e056a874aa47b22" providerId="LiveId" clId="{DAE76DFB-43AB-4CD7-9290-820B8EDC3D95}" dt="2025-04-30T09:21:55.130" v="493" actId="20577"/>
          <ac:spMkLst>
            <pc:docMk/>
            <pc:sldMk cId="0" sldId="259"/>
            <ac:spMk id="2" creationId="{00000000-0000-0000-0000-000000000000}"/>
          </ac:spMkLst>
        </pc:spChg>
        <pc:spChg chg="mod">
          <ac:chgData name="Vaishnavi sree Ravva" userId="5e056a874aa47b22" providerId="LiveId" clId="{DAE76DFB-43AB-4CD7-9290-820B8EDC3D95}" dt="2025-04-30T09:21:43.997" v="492" actId="14100"/>
          <ac:spMkLst>
            <pc:docMk/>
            <pc:sldMk cId="0" sldId="259"/>
            <ac:spMk id="5" creationId="{00000000-0000-0000-0000-000000000000}"/>
          </ac:spMkLst>
        </pc:spChg>
        <pc:spChg chg="mod">
          <ac:chgData name="Vaishnavi sree Ravva" userId="5e056a874aa47b22" providerId="LiveId" clId="{DAE76DFB-43AB-4CD7-9290-820B8EDC3D95}" dt="2025-04-30T09:21:39.176" v="491" actId="207"/>
          <ac:spMkLst>
            <pc:docMk/>
            <pc:sldMk cId="0" sldId="259"/>
            <ac:spMk id="9" creationId="{00000000-0000-0000-0000-000000000000}"/>
          </ac:spMkLst>
        </pc:spChg>
        <pc:spChg chg="mod">
          <ac:chgData name="Vaishnavi sree Ravva" userId="5e056a874aa47b22" providerId="LiveId" clId="{DAE76DFB-43AB-4CD7-9290-820B8EDC3D95}" dt="2025-04-30T09:20:08.941" v="457" actId="20577"/>
          <ac:spMkLst>
            <pc:docMk/>
            <pc:sldMk cId="0" sldId="259"/>
            <ac:spMk id="10" creationId="{00000000-0000-0000-0000-000000000000}"/>
          </ac:spMkLst>
        </pc:spChg>
      </pc:sldChg>
      <pc:sldChg chg="addSp delSp modSp mod">
        <pc:chgData name="Vaishnavi sree Ravva" userId="5e056a874aa47b22" providerId="LiveId" clId="{DAE76DFB-43AB-4CD7-9290-820B8EDC3D95}" dt="2025-04-30T09:30:00.163" v="647" actId="47"/>
        <pc:sldMkLst>
          <pc:docMk/>
          <pc:sldMk cId="0" sldId="260"/>
        </pc:sldMkLst>
        <pc:spChg chg="mod">
          <ac:chgData name="Vaishnavi sree Ravva" userId="5e056a874aa47b22" providerId="LiveId" clId="{DAE76DFB-43AB-4CD7-9290-820B8EDC3D95}" dt="2025-04-30T09:29:49.198" v="644" actId="14100"/>
          <ac:spMkLst>
            <pc:docMk/>
            <pc:sldMk cId="0" sldId="260"/>
            <ac:spMk id="2" creationId="{00000000-0000-0000-0000-000000000000}"/>
          </ac:spMkLst>
        </pc:spChg>
        <pc:spChg chg="mod">
          <ac:chgData name="Vaishnavi sree Ravva" userId="5e056a874aa47b22" providerId="LiveId" clId="{DAE76DFB-43AB-4CD7-9290-820B8EDC3D95}" dt="2025-04-30T09:29:44.405" v="643" actId="14100"/>
          <ac:spMkLst>
            <pc:docMk/>
            <pc:sldMk cId="0" sldId="260"/>
            <ac:spMk id="5" creationId="{00000000-0000-0000-0000-000000000000}"/>
          </ac:spMkLst>
        </pc:spChg>
        <pc:spChg chg="mod">
          <ac:chgData name="Vaishnavi sree Ravva" userId="5e056a874aa47b22" providerId="LiveId" clId="{DAE76DFB-43AB-4CD7-9290-820B8EDC3D95}" dt="2025-04-30T09:29:41.899" v="642" actId="255"/>
          <ac:spMkLst>
            <pc:docMk/>
            <pc:sldMk cId="0" sldId="260"/>
            <ac:spMk id="9" creationId="{00000000-0000-0000-0000-000000000000}"/>
          </ac:spMkLst>
        </pc:spChg>
        <pc:spChg chg="mod">
          <ac:chgData name="Vaishnavi sree Ravva" userId="5e056a874aa47b22" providerId="LiveId" clId="{DAE76DFB-43AB-4CD7-9290-820B8EDC3D95}" dt="2025-04-30T09:25:15.094" v="496" actId="20578"/>
          <ac:spMkLst>
            <pc:docMk/>
            <pc:sldMk cId="0" sldId="260"/>
            <ac:spMk id="10" creationId="{00000000-0000-0000-0000-000000000000}"/>
          </ac:spMkLst>
        </pc:spChg>
        <pc:spChg chg="add del mod">
          <ac:chgData name="Vaishnavi sree Ravva" userId="5e056a874aa47b22" providerId="LiveId" clId="{DAE76DFB-43AB-4CD7-9290-820B8EDC3D95}" dt="2025-04-30T09:30:00.163" v="647" actId="47"/>
          <ac:spMkLst>
            <pc:docMk/>
            <pc:sldMk cId="0" sldId="260"/>
            <ac:spMk id="11" creationId="{0C78BD65-A66A-3E6B-F709-41A609DBE2C4}"/>
          </ac:spMkLst>
        </pc:spChg>
        <pc:spChg chg="add mod">
          <ac:chgData name="Vaishnavi sree Ravva" userId="5e056a874aa47b22" providerId="LiveId" clId="{DAE76DFB-43AB-4CD7-9290-820B8EDC3D95}" dt="2025-04-30T09:29:08.071" v="619" actId="14100"/>
          <ac:spMkLst>
            <pc:docMk/>
            <pc:sldMk cId="0" sldId="260"/>
            <ac:spMk id="12" creationId="{8CF30596-73CF-F4EA-E2A7-8FC36C7E23C3}"/>
          </ac:spMkLst>
        </pc:spChg>
      </pc:sldChg>
      <pc:sldChg chg="addSp delSp modSp mod">
        <pc:chgData name="Vaishnavi sree Ravva" userId="5e056a874aa47b22" providerId="LiveId" clId="{DAE76DFB-43AB-4CD7-9290-820B8EDC3D95}" dt="2025-04-30T09:32:18.198" v="684"/>
        <pc:sldMkLst>
          <pc:docMk/>
          <pc:sldMk cId="0" sldId="261"/>
        </pc:sldMkLst>
        <pc:spChg chg="mod">
          <ac:chgData name="Vaishnavi sree Ravva" userId="5e056a874aa47b22" providerId="LiveId" clId="{DAE76DFB-43AB-4CD7-9290-820B8EDC3D95}" dt="2025-04-30T09:32:11.959" v="682" actId="14100"/>
          <ac:spMkLst>
            <pc:docMk/>
            <pc:sldMk cId="0" sldId="261"/>
            <ac:spMk id="5" creationId="{00000000-0000-0000-0000-000000000000}"/>
          </ac:spMkLst>
        </pc:spChg>
        <pc:spChg chg="mod">
          <ac:chgData name="Vaishnavi sree Ravva" userId="5e056a874aa47b22" providerId="LiveId" clId="{DAE76DFB-43AB-4CD7-9290-820B8EDC3D95}" dt="2025-04-30T09:32:04.994" v="681" actId="20577"/>
          <ac:spMkLst>
            <pc:docMk/>
            <pc:sldMk cId="0" sldId="261"/>
            <ac:spMk id="9" creationId="{00000000-0000-0000-0000-000000000000}"/>
          </ac:spMkLst>
        </pc:spChg>
        <pc:spChg chg="del mod">
          <ac:chgData name="Vaishnavi sree Ravva" userId="5e056a874aa47b22" providerId="LiveId" clId="{DAE76DFB-43AB-4CD7-9290-820B8EDC3D95}" dt="2025-04-30T09:32:18.198" v="684"/>
          <ac:spMkLst>
            <pc:docMk/>
            <pc:sldMk cId="0" sldId="261"/>
            <ac:spMk id="10" creationId="{00000000-0000-0000-0000-000000000000}"/>
          </ac:spMkLst>
        </pc:spChg>
        <pc:spChg chg="add mod">
          <ac:chgData name="Vaishnavi sree Ravva" userId="5e056a874aa47b22" providerId="LiveId" clId="{DAE76DFB-43AB-4CD7-9290-820B8EDC3D95}" dt="2025-04-30T09:31:50.229" v="659" actId="255"/>
          <ac:spMkLst>
            <pc:docMk/>
            <pc:sldMk cId="0" sldId="261"/>
            <ac:spMk id="11" creationId="{516485A5-29BC-2CAE-5F0D-B3F5F90DD68E}"/>
          </ac:spMkLst>
        </pc:spChg>
      </pc:sldChg>
      <pc:sldChg chg="modSp mod">
        <pc:chgData name="Vaishnavi sree Ravva" userId="5e056a874aa47b22" providerId="LiveId" clId="{DAE76DFB-43AB-4CD7-9290-820B8EDC3D95}" dt="2025-04-30T09:33:20.244" v="791" actId="14100"/>
        <pc:sldMkLst>
          <pc:docMk/>
          <pc:sldMk cId="0" sldId="262"/>
        </pc:sldMkLst>
        <pc:spChg chg="mod">
          <ac:chgData name="Vaishnavi sree Ravva" userId="5e056a874aa47b22" providerId="LiveId" clId="{DAE76DFB-43AB-4CD7-9290-820B8EDC3D95}" dt="2025-04-30T09:33:12.543" v="790" actId="14100"/>
          <ac:spMkLst>
            <pc:docMk/>
            <pc:sldMk cId="0" sldId="262"/>
            <ac:spMk id="5" creationId="{00000000-0000-0000-0000-000000000000}"/>
          </ac:spMkLst>
        </pc:spChg>
        <pc:spChg chg="mod">
          <ac:chgData name="Vaishnavi sree Ravva" userId="5e056a874aa47b22" providerId="LiveId" clId="{DAE76DFB-43AB-4CD7-9290-820B8EDC3D95}" dt="2025-04-30T09:33:06.299" v="789" actId="20577"/>
          <ac:spMkLst>
            <pc:docMk/>
            <pc:sldMk cId="0" sldId="262"/>
            <ac:spMk id="9" creationId="{00000000-0000-0000-0000-000000000000}"/>
          </ac:spMkLst>
        </pc:spChg>
        <pc:spChg chg="mod">
          <ac:chgData name="Vaishnavi sree Ravva" userId="5e056a874aa47b22" providerId="LiveId" clId="{DAE76DFB-43AB-4CD7-9290-820B8EDC3D95}" dt="2025-04-30T09:33:20.244" v="791" actId="14100"/>
          <ac:spMkLst>
            <pc:docMk/>
            <pc:sldMk cId="0" sldId="262"/>
            <ac:spMk id="10" creationId="{00000000-0000-0000-0000-000000000000}"/>
          </ac:spMkLst>
        </pc:spChg>
      </pc:sldChg>
      <pc:sldChg chg="addSp delSp modSp mod">
        <pc:chgData name="Vaishnavi sree Ravva" userId="5e056a874aa47b22" providerId="LiveId" clId="{DAE76DFB-43AB-4CD7-9290-820B8EDC3D95}" dt="2025-04-30T09:38:44.074" v="952" actId="20577"/>
        <pc:sldMkLst>
          <pc:docMk/>
          <pc:sldMk cId="0" sldId="263"/>
        </pc:sldMkLst>
        <pc:spChg chg="mod">
          <ac:chgData name="Vaishnavi sree Ravva" userId="5e056a874aa47b22" providerId="LiveId" clId="{DAE76DFB-43AB-4CD7-9290-820B8EDC3D95}" dt="2025-04-30T07:18:22.918" v="203" actId="1076"/>
          <ac:spMkLst>
            <pc:docMk/>
            <pc:sldMk cId="0" sldId="263"/>
            <ac:spMk id="2" creationId="{00000000-0000-0000-0000-000000000000}"/>
          </ac:spMkLst>
        </pc:spChg>
        <pc:spChg chg="mod">
          <ac:chgData name="Vaishnavi sree Ravva" userId="5e056a874aa47b22" providerId="LiveId" clId="{DAE76DFB-43AB-4CD7-9290-820B8EDC3D95}" dt="2025-04-30T09:36:37.351" v="913" actId="14100"/>
          <ac:spMkLst>
            <pc:docMk/>
            <pc:sldMk cId="0" sldId="263"/>
            <ac:spMk id="5" creationId="{00000000-0000-0000-0000-000000000000}"/>
          </ac:spMkLst>
        </pc:spChg>
        <pc:spChg chg="mod">
          <ac:chgData name="Vaishnavi sree Ravva" userId="5e056a874aa47b22" providerId="LiveId" clId="{DAE76DFB-43AB-4CD7-9290-820B8EDC3D95}" dt="2025-04-30T09:38:44.074" v="952" actId="20577"/>
          <ac:spMkLst>
            <pc:docMk/>
            <pc:sldMk cId="0" sldId="263"/>
            <ac:spMk id="7" creationId="{00000000-0000-0000-0000-000000000000}"/>
          </ac:spMkLst>
        </pc:spChg>
        <pc:spChg chg="mod">
          <ac:chgData name="Vaishnavi sree Ravva" userId="5e056a874aa47b22" providerId="LiveId" clId="{DAE76DFB-43AB-4CD7-9290-820B8EDC3D95}" dt="2025-04-30T09:36:32.821" v="912" actId="20577"/>
          <ac:spMkLst>
            <pc:docMk/>
            <pc:sldMk cId="0" sldId="263"/>
            <ac:spMk id="9" creationId="{00000000-0000-0000-0000-000000000000}"/>
          </ac:spMkLst>
        </pc:spChg>
        <pc:spChg chg="del mod">
          <ac:chgData name="Vaishnavi sree Ravva" userId="5e056a874aa47b22" providerId="LiveId" clId="{DAE76DFB-43AB-4CD7-9290-820B8EDC3D95}" dt="2025-04-30T09:37:38.150" v="923"/>
          <ac:spMkLst>
            <pc:docMk/>
            <pc:sldMk cId="0" sldId="263"/>
            <ac:spMk id="10" creationId="{00000000-0000-0000-0000-000000000000}"/>
          </ac:spMkLst>
        </pc:spChg>
        <pc:picChg chg="add del mod">
          <ac:chgData name="Vaishnavi sree Ravva" userId="5e056a874aa47b22" providerId="LiveId" clId="{DAE76DFB-43AB-4CD7-9290-820B8EDC3D95}" dt="2025-04-30T09:37:38.141" v="921" actId="21"/>
          <ac:picMkLst>
            <pc:docMk/>
            <pc:sldMk cId="0" sldId="263"/>
            <ac:picMk id="12" creationId="{745DB4D1-D4C7-E080-63F0-AFA97E1307C1}"/>
          </ac:picMkLst>
        </pc:picChg>
        <pc:picChg chg="add del mod">
          <ac:chgData name="Vaishnavi sree Ravva" userId="5e056a874aa47b22" providerId="LiveId" clId="{DAE76DFB-43AB-4CD7-9290-820B8EDC3D95}" dt="2025-04-30T09:37:38.141" v="921" actId="21"/>
          <ac:picMkLst>
            <pc:docMk/>
            <pc:sldMk cId="0" sldId="263"/>
            <ac:picMk id="14" creationId="{F80940F9-0908-9D36-8626-C7614C93836D}"/>
          </ac:picMkLst>
        </pc:picChg>
        <pc:picChg chg="add del mod">
          <ac:chgData name="Vaishnavi sree Ravva" userId="5e056a874aa47b22" providerId="LiveId" clId="{DAE76DFB-43AB-4CD7-9290-820B8EDC3D95}" dt="2025-04-30T09:37:38.141" v="921" actId="21"/>
          <ac:picMkLst>
            <pc:docMk/>
            <pc:sldMk cId="0" sldId="263"/>
            <ac:picMk id="16" creationId="{26F3826F-5A80-D354-6259-67E920E76ACB}"/>
          </ac:picMkLst>
        </pc:picChg>
        <pc:picChg chg="add mod">
          <ac:chgData name="Vaishnavi sree Ravva" userId="5e056a874aa47b22" providerId="LiveId" clId="{DAE76DFB-43AB-4CD7-9290-820B8EDC3D95}" dt="2025-04-30T09:38:01.275" v="928" actId="14100"/>
          <ac:picMkLst>
            <pc:docMk/>
            <pc:sldMk cId="0" sldId="263"/>
            <ac:picMk id="18" creationId="{C1550DC9-51F6-082C-562A-C47EA7AC37E0}"/>
          </ac:picMkLst>
        </pc:picChg>
        <pc:picChg chg="add mod">
          <ac:chgData name="Vaishnavi sree Ravva" userId="5e056a874aa47b22" providerId="LiveId" clId="{DAE76DFB-43AB-4CD7-9290-820B8EDC3D95}" dt="2025-04-30T09:38:35.118" v="937" actId="14100"/>
          <ac:picMkLst>
            <pc:docMk/>
            <pc:sldMk cId="0" sldId="263"/>
            <ac:picMk id="20" creationId="{1F380F4A-1794-1B49-36D8-3CF1BB6848B1}"/>
          </ac:picMkLst>
        </pc:picChg>
      </pc:sldChg>
      <pc:sldChg chg="addSp delSp modSp mod">
        <pc:chgData name="Vaishnavi sree Ravva" userId="5e056a874aa47b22" providerId="LiveId" clId="{DAE76DFB-43AB-4CD7-9290-820B8EDC3D95}" dt="2025-04-30T09:39:27.529" v="953" actId="14100"/>
        <pc:sldMkLst>
          <pc:docMk/>
          <pc:sldMk cId="0" sldId="264"/>
        </pc:sldMkLst>
        <pc:spChg chg="mod">
          <ac:chgData name="Vaishnavi sree Ravva" userId="5e056a874aa47b22" providerId="LiveId" clId="{DAE76DFB-43AB-4CD7-9290-820B8EDC3D95}" dt="2025-04-30T09:39:27.529" v="953" actId="14100"/>
          <ac:spMkLst>
            <pc:docMk/>
            <pc:sldMk cId="0" sldId="264"/>
            <ac:spMk id="2" creationId="{00000000-0000-0000-0000-000000000000}"/>
          </ac:spMkLst>
        </pc:spChg>
        <pc:spChg chg="mod">
          <ac:chgData name="Vaishnavi sree Ravva" userId="5e056a874aa47b22" providerId="LiveId" clId="{DAE76DFB-43AB-4CD7-9290-820B8EDC3D95}" dt="2025-04-30T09:35:42.936" v="882" actId="14100"/>
          <ac:spMkLst>
            <pc:docMk/>
            <pc:sldMk cId="0" sldId="264"/>
            <ac:spMk id="5" creationId="{00000000-0000-0000-0000-000000000000}"/>
          </ac:spMkLst>
        </pc:spChg>
        <pc:spChg chg="del mod">
          <ac:chgData name="Vaishnavi sree Ravva" userId="5e056a874aa47b22" providerId="LiveId" clId="{DAE76DFB-43AB-4CD7-9290-820B8EDC3D95}" dt="2025-04-30T09:36:15.923" v="890"/>
          <ac:spMkLst>
            <pc:docMk/>
            <pc:sldMk cId="0" sldId="264"/>
            <ac:spMk id="9" creationId="{00000000-0000-0000-0000-000000000000}"/>
          </ac:spMkLst>
        </pc:spChg>
        <pc:spChg chg="mod">
          <ac:chgData name="Vaishnavi sree Ravva" userId="5e056a874aa47b22" providerId="LiveId" clId="{DAE76DFB-43AB-4CD7-9290-820B8EDC3D95}" dt="2025-04-30T09:36:14.121" v="888" actId="1076"/>
          <ac:spMkLst>
            <pc:docMk/>
            <pc:sldMk cId="0" sldId="264"/>
            <ac:spMk id="10" creationId="{00000000-0000-0000-0000-000000000000}"/>
          </ac:spMkLst>
        </pc:spChg>
        <pc:spChg chg="add mod">
          <ac:chgData name="Vaishnavi sree Ravva" userId="5e056a874aa47b22" providerId="LiveId" clId="{DAE76DFB-43AB-4CD7-9290-820B8EDC3D95}" dt="2025-04-30T09:35:39.304" v="881" actId="14100"/>
          <ac:spMkLst>
            <pc:docMk/>
            <pc:sldMk cId="0" sldId="264"/>
            <ac:spMk id="11" creationId="{A94D18DA-B83F-AE8E-FEF8-97153CDA6C09}"/>
          </ac:spMkLst>
        </pc:spChg>
      </pc:sldChg>
      <pc:sldChg chg="add del">
        <pc:chgData name="Vaishnavi sree Ravva" userId="5e056a874aa47b22" providerId="LiveId" clId="{DAE76DFB-43AB-4CD7-9290-820B8EDC3D95}" dt="2025-04-30T09:34:57.793" v="869" actId="2696"/>
        <pc:sldMkLst>
          <pc:docMk/>
          <pc:sldMk cId="0" sldId="26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9786" y="-99536"/>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Freeform 3"/>
          <p:cNvSpPr/>
          <p:nvPr/>
        </p:nvSpPr>
        <p:spPr>
          <a:xfrm>
            <a:off x="6214198" y="189277"/>
            <a:ext cx="5292017" cy="1678847"/>
          </a:xfrm>
          <a:custGeom>
            <a:avLst/>
            <a:gdLst/>
            <a:ahLst/>
            <a:cxnLst/>
            <a:rect l="l" t="t" r="r" b="b"/>
            <a:pathLst>
              <a:path w="5292017" h="1678847">
                <a:moveTo>
                  <a:pt x="0" y="0"/>
                </a:moveTo>
                <a:lnTo>
                  <a:pt x="5292017" y="0"/>
                </a:lnTo>
                <a:lnTo>
                  <a:pt x="5292017" y="1678846"/>
                </a:lnTo>
                <a:lnTo>
                  <a:pt x="0" y="1678846"/>
                </a:lnTo>
                <a:lnTo>
                  <a:pt x="0" y="0"/>
                </a:lnTo>
                <a:close/>
              </a:path>
            </a:pathLst>
          </a:custGeom>
          <a:blipFill>
            <a:blip r:embed="rId3"/>
            <a:stretch>
              <a:fillRect/>
            </a:stretch>
          </a:blipFill>
        </p:spPr>
        <p:txBody>
          <a:bodyPr/>
          <a:lstStyle/>
          <a:p>
            <a:endParaRPr lang="en-IN"/>
          </a:p>
        </p:txBody>
      </p:sp>
      <p:sp>
        <p:nvSpPr>
          <p:cNvPr id="4" name="Freeform 4"/>
          <p:cNvSpPr/>
          <p:nvPr/>
        </p:nvSpPr>
        <p:spPr>
          <a:xfrm>
            <a:off x="2364992" y="327410"/>
            <a:ext cx="3042518" cy="1452802"/>
          </a:xfrm>
          <a:custGeom>
            <a:avLst/>
            <a:gdLst/>
            <a:ahLst/>
            <a:cxnLst/>
            <a:rect l="l" t="t" r="r" b="b"/>
            <a:pathLst>
              <a:path w="3042518" h="1452802">
                <a:moveTo>
                  <a:pt x="0" y="0"/>
                </a:moveTo>
                <a:lnTo>
                  <a:pt x="3042518" y="0"/>
                </a:lnTo>
                <a:lnTo>
                  <a:pt x="3042518" y="1452802"/>
                </a:lnTo>
                <a:lnTo>
                  <a:pt x="0" y="1452802"/>
                </a:lnTo>
                <a:lnTo>
                  <a:pt x="0" y="0"/>
                </a:lnTo>
                <a:close/>
              </a:path>
            </a:pathLst>
          </a:custGeom>
          <a:blipFill>
            <a:blip r:embed="rId4"/>
            <a:stretch>
              <a:fillRect/>
            </a:stretch>
          </a:blipFill>
        </p:spPr>
        <p:txBody>
          <a:bodyPr/>
          <a:lstStyle/>
          <a:p>
            <a:endParaRPr lang="en-IN"/>
          </a:p>
        </p:txBody>
      </p:sp>
      <p:sp>
        <p:nvSpPr>
          <p:cNvPr id="5" name="Freeform 5"/>
          <p:cNvSpPr/>
          <p:nvPr/>
        </p:nvSpPr>
        <p:spPr>
          <a:xfrm>
            <a:off x="13119591" y="302299"/>
            <a:ext cx="1868213" cy="1868213"/>
          </a:xfrm>
          <a:custGeom>
            <a:avLst/>
            <a:gdLst/>
            <a:ahLst/>
            <a:cxnLst/>
            <a:rect l="l" t="t" r="r" b="b"/>
            <a:pathLst>
              <a:path w="1868213" h="1868213">
                <a:moveTo>
                  <a:pt x="0" y="0"/>
                </a:moveTo>
                <a:lnTo>
                  <a:pt x="1868213" y="0"/>
                </a:lnTo>
                <a:lnTo>
                  <a:pt x="1868213" y="1868213"/>
                </a:lnTo>
                <a:lnTo>
                  <a:pt x="0" y="1868213"/>
                </a:lnTo>
                <a:lnTo>
                  <a:pt x="0" y="0"/>
                </a:lnTo>
                <a:close/>
              </a:path>
            </a:pathLst>
          </a:custGeom>
          <a:blipFill>
            <a:blip r:embed="rId5"/>
            <a:stretch>
              <a:fillRect/>
            </a:stretch>
          </a:blipFill>
        </p:spPr>
        <p:txBody>
          <a:bodyPr/>
          <a:lstStyle/>
          <a:p>
            <a:endParaRPr lang="en-IN"/>
          </a:p>
        </p:txBody>
      </p:sp>
      <p:sp>
        <p:nvSpPr>
          <p:cNvPr id="6" name="TextBox 6"/>
          <p:cNvSpPr txBox="1"/>
          <p:nvPr/>
        </p:nvSpPr>
        <p:spPr>
          <a:xfrm>
            <a:off x="1752600" y="3314700"/>
            <a:ext cx="14401801" cy="7551939"/>
          </a:xfrm>
          <a:prstGeom prst="rect">
            <a:avLst/>
          </a:prstGeom>
        </p:spPr>
        <p:txBody>
          <a:bodyPr wrap="square" lIns="0" tIns="0" rIns="0" bIns="0" rtlCol="0" anchor="t">
            <a:spAutoFit/>
          </a:bodyPr>
          <a:lstStyle/>
          <a:p>
            <a:pPr algn="just">
              <a:lnSpc>
                <a:spcPts val="5426"/>
              </a:lnSpc>
            </a:pPr>
            <a:endParaRPr/>
          </a:p>
          <a:p>
            <a:pPr algn="just">
              <a:lnSpc>
                <a:spcPts val="5426"/>
              </a:lnSpc>
            </a:pPr>
            <a:r>
              <a:rPr lang="en-US" sz="2997" b="1">
                <a:solidFill>
                  <a:srgbClr val="000000"/>
                </a:solidFill>
                <a:latin typeface="Poppins Semi-Bold"/>
                <a:ea typeface="Poppins Semi-Bold"/>
                <a:cs typeface="Poppins Semi-Bold"/>
                <a:sym typeface="Poppins Semi-Bold"/>
              </a:rPr>
              <a:t>•Problem Statement Title -</a:t>
            </a:r>
            <a:r>
              <a:rPr lang="en-US" sz="3200" b="0" i="0">
                <a:solidFill>
                  <a:srgbClr val="F8F9FA"/>
                </a:solidFill>
                <a:effectLst/>
                <a:latin typeface="Fira Code" panose="020F0502020204030204" pitchFamily="49" charset="0"/>
              </a:rPr>
              <a:t> </a:t>
            </a:r>
            <a:r>
              <a:rPr lang="en-US" sz="3200" b="0" i="0">
                <a:solidFill>
                  <a:schemeClr val="accent4">
                    <a:lumMod val="75000"/>
                  </a:schemeClr>
                </a:solidFill>
                <a:effectLst/>
                <a:latin typeface="Fira Code" panose="020F0502020204030204" pitchFamily="49" charset="0"/>
              </a:rPr>
              <a:t>Technology for Women’s </a:t>
            </a:r>
            <a:r>
              <a:rPr lang="en-US" sz="3200">
                <a:solidFill>
                  <a:schemeClr val="accent4">
                    <a:lumMod val="75000"/>
                  </a:schemeClr>
                </a:solidFill>
                <a:latin typeface="Fira Code" panose="020F0502020204030204" pitchFamily="49" charset="0"/>
              </a:rPr>
              <a:t>Safety and Leveraging </a:t>
            </a:r>
            <a:r>
              <a:rPr lang="en-US" sz="3200" b="0" i="0">
                <a:solidFill>
                  <a:schemeClr val="accent4">
                    <a:lumMod val="75000"/>
                  </a:schemeClr>
                </a:solidFill>
                <a:effectLst/>
                <a:latin typeface="Fira Code" panose="020F0502020204030204" pitchFamily="49" charset="0"/>
              </a:rPr>
              <a:t>Public Spaces</a:t>
            </a:r>
          </a:p>
          <a:p>
            <a:pPr algn="just">
              <a:lnSpc>
                <a:spcPts val="5426"/>
              </a:lnSpc>
            </a:pPr>
            <a:r>
              <a:rPr lang="en-US" sz="2997" b="1">
                <a:solidFill>
                  <a:srgbClr val="000000"/>
                </a:solidFill>
                <a:latin typeface="Poppins Semi-Bold"/>
                <a:ea typeface="Poppins Semi-Bold"/>
                <a:cs typeface="Poppins Semi-Bold"/>
                <a:sym typeface="Poppins Semi-Bold"/>
              </a:rPr>
              <a:t>•Theme -</a:t>
            </a:r>
            <a:r>
              <a:rPr lang="en-IN" sz="3200" i="1" u="sng">
                <a:solidFill>
                  <a:schemeClr val="accent4">
                    <a:lumMod val="75000"/>
                  </a:schemeClr>
                </a:solidFill>
                <a:effectLst/>
                <a:latin typeface="Fira Code" panose="020B0809050000020004" pitchFamily="49" charset="0"/>
              </a:rPr>
              <a:t>WOMEN SAFETY AND AWARENESS</a:t>
            </a:r>
          </a:p>
          <a:p>
            <a:pPr algn="just">
              <a:lnSpc>
                <a:spcPts val="5426"/>
              </a:lnSpc>
            </a:pPr>
            <a:endParaRPr lang="en-US" sz="2997" i="1" u="sng">
              <a:solidFill>
                <a:schemeClr val="accent4">
                  <a:lumMod val="75000"/>
                </a:schemeClr>
              </a:solidFill>
              <a:latin typeface="Poppins Semi-Bold"/>
              <a:ea typeface="Poppins Semi-Bold"/>
              <a:cs typeface="Poppins Semi-Bold"/>
              <a:sym typeface="Poppins Semi-Bold"/>
            </a:endParaRPr>
          </a:p>
          <a:p>
            <a:pPr algn="just">
              <a:lnSpc>
                <a:spcPts val="5426"/>
              </a:lnSpc>
            </a:pPr>
            <a:r>
              <a:rPr lang="en-US" sz="2997" b="1">
                <a:solidFill>
                  <a:srgbClr val="000000"/>
                </a:solidFill>
                <a:latin typeface="Poppins Semi-Bold"/>
                <a:ea typeface="Poppins Semi-Bold"/>
                <a:cs typeface="Poppins Semi-Bold"/>
                <a:sym typeface="Poppins Semi-Bold"/>
              </a:rPr>
              <a:t>•Team ID –VEDLOO44</a:t>
            </a:r>
          </a:p>
          <a:p>
            <a:pPr algn="just">
              <a:lnSpc>
                <a:spcPts val="5426"/>
              </a:lnSpc>
            </a:pPr>
            <a:r>
              <a:rPr lang="en-US" sz="2997" b="1">
                <a:solidFill>
                  <a:srgbClr val="000000"/>
                </a:solidFill>
                <a:latin typeface="Poppins Semi-Bold"/>
                <a:ea typeface="Poppins Semi-Bold"/>
                <a:cs typeface="Poppins Semi-Bold"/>
                <a:sym typeface="Poppins Semi-Bold"/>
              </a:rPr>
              <a:t>•Team Name (Registered on Website) -LOOPLABS</a:t>
            </a:r>
          </a:p>
          <a:p>
            <a:pPr algn="just">
              <a:lnSpc>
                <a:spcPts val="5426"/>
              </a:lnSpc>
            </a:pPr>
            <a:r>
              <a:rPr lang="en-US" sz="2997" b="1">
                <a:solidFill>
                  <a:srgbClr val="000000"/>
                </a:solidFill>
                <a:latin typeface="Poppins Semi-Bold"/>
                <a:ea typeface="Poppins Semi-Bold"/>
                <a:cs typeface="Poppins Semi-Bold"/>
                <a:sym typeface="Poppins Semi-Bold"/>
              </a:rPr>
              <a:t>•Participant Names –</a:t>
            </a:r>
            <a:r>
              <a:rPr lang="en-US" sz="2997" b="1">
                <a:solidFill>
                  <a:schemeClr val="accent4">
                    <a:lumMod val="75000"/>
                  </a:schemeClr>
                </a:solidFill>
                <a:latin typeface="Poppins Semi-Bold"/>
                <a:ea typeface="Poppins Semi-Bold"/>
                <a:cs typeface="Poppins Semi-Bold"/>
                <a:sym typeface="Poppins Semi-Bold"/>
              </a:rPr>
              <a:t>Vedavyas Reddy Somu (AI-ML)</a:t>
            </a:r>
          </a:p>
          <a:p>
            <a:pPr algn="just">
              <a:lnSpc>
                <a:spcPts val="5426"/>
              </a:lnSpc>
            </a:pPr>
            <a:r>
              <a:rPr lang="en-US" sz="2997" b="1">
                <a:solidFill>
                  <a:schemeClr val="accent4">
                    <a:lumMod val="75000"/>
                  </a:schemeClr>
                </a:solidFill>
                <a:latin typeface="Poppins Semi-Bold"/>
                <a:ea typeface="Poppins Semi-Bold"/>
                <a:cs typeface="Poppins Semi-Bold"/>
                <a:sym typeface="Poppins Semi-Bold"/>
              </a:rPr>
              <a:t>                                             Vaishnavi sree Ravva(AI-ML)</a:t>
            </a:r>
          </a:p>
          <a:p>
            <a:pPr algn="just">
              <a:lnSpc>
                <a:spcPts val="5426"/>
              </a:lnSpc>
            </a:pPr>
            <a:endParaRPr lang="en-US" sz="2997" b="1">
              <a:solidFill>
                <a:schemeClr val="accent4">
                  <a:lumMod val="75000"/>
                </a:schemeClr>
              </a:solidFill>
              <a:latin typeface="Poppins Semi-Bold"/>
              <a:ea typeface="Poppins Semi-Bold"/>
              <a:cs typeface="Poppins Semi-Bold"/>
              <a:sym typeface="Poppins Semi-Bold"/>
            </a:endParaRPr>
          </a:p>
          <a:p>
            <a:pPr algn="just">
              <a:lnSpc>
                <a:spcPts val="5426"/>
              </a:lnSpc>
            </a:pPr>
            <a:endParaRPr lang="en-US" sz="2997" b="1">
              <a:solidFill>
                <a:srgbClr val="000000"/>
              </a:solidFill>
              <a:latin typeface="Poppins Semi-Bold"/>
              <a:ea typeface="Poppins Semi-Bold"/>
              <a:cs typeface="Poppins Semi-Bold"/>
              <a:sym typeface="Poppins Semi-Bold"/>
            </a:endParaRPr>
          </a:p>
        </p:txBody>
      </p:sp>
      <p:sp>
        <p:nvSpPr>
          <p:cNvPr id="7" name="Freeform 7"/>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6"/>
            <a:stretch>
              <a:fillRect b="-34214"/>
            </a:stretch>
          </a:blipFill>
        </p:spPr>
        <p:txBody>
          <a:bodyPr/>
          <a:lstStyle/>
          <a:p>
            <a:endParaRPr lang="en-IN"/>
          </a:p>
        </p:txBody>
      </p:sp>
      <p:sp>
        <p:nvSpPr>
          <p:cNvPr id="8" name="TextBox 8"/>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01</a:t>
            </a:r>
          </a:p>
        </p:txBody>
      </p:sp>
      <p:sp>
        <p:nvSpPr>
          <p:cNvPr id="9" name="TextBox 9"/>
          <p:cNvSpPr txBox="1"/>
          <p:nvPr/>
        </p:nvSpPr>
        <p:spPr>
          <a:xfrm>
            <a:off x="4953000" y="1951437"/>
            <a:ext cx="7512057" cy="1869101"/>
          </a:xfrm>
          <a:prstGeom prst="rect">
            <a:avLst/>
          </a:prstGeom>
        </p:spPr>
        <p:txBody>
          <a:bodyPr wrap="square" lIns="0" tIns="0" rIns="0" bIns="0" rtlCol="0" anchor="t">
            <a:spAutoFit/>
          </a:bodyPr>
          <a:lstStyle/>
          <a:p>
            <a:pPr algn="ctr">
              <a:lnSpc>
                <a:spcPts val="7615"/>
              </a:lnSpc>
              <a:spcBef>
                <a:spcPct val="0"/>
              </a:spcBef>
            </a:pPr>
            <a:r>
              <a:rPr lang="en-US" sz="5400">
                <a:sym typeface="Times New Roman Bold"/>
              </a:rPr>
              <a:t>LOOPLABS</a:t>
            </a:r>
            <a:endParaRPr lang="en-US" sz="5400" b="1">
              <a:solidFill>
                <a:srgbClr val="000000"/>
              </a:solidFill>
              <a:latin typeface="Times New Roman Bold"/>
              <a:ea typeface="Times New Roman Bold"/>
              <a:cs typeface="Times New Roman Bold"/>
              <a:sym typeface="Times New Roman Bold"/>
            </a:endParaRPr>
          </a:p>
          <a:p>
            <a:pPr algn="ctr">
              <a:lnSpc>
                <a:spcPts val="7615"/>
              </a:lnSpc>
              <a:spcBef>
                <a:spcPct val="0"/>
              </a:spcBef>
            </a:pPr>
            <a:endParaRPr lang="en-US" sz="5439" b="1">
              <a:solidFill>
                <a:srgbClr val="000000"/>
              </a:solidFill>
              <a:latin typeface="Times New Roman Bold"/>
              <a:ea typeface="Times New Roman Bold"/>
              <a:cs typeface="Times New Roman Bold"/>
              <a:sym typeface="Times New Roman Bold"/>
            </a:endParaRPr>
          </a:p>
        </p:txBody>
      </p:sp>
      <p:sp>
        <p:nvSpPr>
          <p:cNvPr id="10" name="TextBox 10"/>
          <p:cNvSpPr txBox="1"/>
          <p:nvPr/>
        </p:nvSpPr>
        <p:spPr>
          <a:xfrm>
            <a:off x="3321979" y="9794298"/>
            <a:ext cx="11076454"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2861" y="-159094"/>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txBody>
          <a:bodyPr/>
          <a:lstStyle/>
          <a:p>
            <a:endParaRPr lang="en-IN"/>
          </a:p>
        </p:txBody>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txBody>
          <a:bodyPr/>
          <a:lstStyle/>
          <a:p>
            <a:endParaRPr lang="en-IN"/>
          </a:p>
        </p:txBody>
      </p:sp>
      <p:sp>
        <p:nvSpPr>
          <p:cNvPr id="5" name="Freeform 5"/>
          <p:cNvSpPr/>
          <p:nvPr/>
        </p:nvSpPr>
        <p:spPr>
          <a:xfrm>
            <a:off x="578500" y="800100"/>
            <a:ext cx="1854575" cy="1216748"/>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r>
              <a:rPr lang="en-IN"/>
              <a:t>    </a:t>
            </a:r>
          </a:p>
          <a:p>
            <a:r>
              <a:rPr lang="en-IN"/>
              <a:t>  </a:t>
            </a:r>
            <a:r>
              <a:rPr lang="en-IN" sz="2800"/>
              <a:t>LOOPLABS</a:t>
            </a:r>
          </a:p>
        </p:txBody>
      </p:sp>
      <p:sp>
        <p:nvSpPr>
          <p:cNvPr id="9" name="TextBox 9"/>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02</a:t>
            </a:r>
          </a:p>
        </p:txBody>
      </p:sp>
      <p:sp>
        <p:nvSpPr>
          <p:cNvPr id="10" name="TextBox 10"/>
          <p:cNvSpPr txBox="1"/>
          <p:nvPr/>
        </p:nvSpPr>
        <p:spPr>
          <a:xfrm>
            <a:off x="5644036" y="1018927"/>
            <a:ext cx="6988739" cy="894476"/>
          </a:xfrm>
          <a:prstGeom prst="rect">
            <a:avLst/>
          </a:prstGeom>
        </p:spPr>
        <p:txBody>
          <a:bodyPr lIns="0" tIns="0" rIns="0" bIns="0" rtlCol="0" anchor="t">
            <a:spAutoFit/>
          </a:bodyPr>
          <a:lstStyle/>
          <a:p>
            <a:pPr algn="ctr">
              <a:lnSpc>
                <a:spcPts val="7614"/>
              </a:lnSpc>
              <a:spcBef>
                <a:spcPct val="0"/>
              </a:spcBef>
            </a:pPr>
            <a:r>
              <a:rPr lang="en-US" sz="5438" b="1">
                <a:solidFill>
                  <a:srgbClr val="000000"/>
                </a:solidFill>
                <a:latin typeface="Times New Roman Bold"/>
                <a:ea typeface="Times New Roman Bold"/>
                <a:cs typeface="Times New Roman Bold"/>
                <a:sym typeface="Times New Roman Bold"/>
              </a:rPr>
              <a:t>LOOPLABS</a:t>
            </a:r>
          </a:p>
        </p:txBody>
      </p:sp>
      <p:sp>
        <p:nvSpPr>
          <p:cNvPr id="11" name="TextBox 11"/>
          <p:cNvSpPr txBox="1"/>
          <p:nvPr/>
        </p:nvSpPr>
        <p:spPr>
          <a:xfrm>
            <a:off x="3605773" y="9794298"/>
            <a:ext cx="10491193"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13" name="TextBox 13"/>
          <p:cNvSpPr txBox="1"/>
          <p:nvPr/>
        </p:nvSpPr>
        <p:spPr>
          <a:xfrm>
            <a:off x="2603148" y="2935119"/>
            <a:ext cx="12496443" cy="735779"/>
          </a:xfrm>
          <a:prstGeom prst="rect">
            <a:avLst/>
          </a:prstGeom>
        </p:spPr>
        <p:txBody>
          <a:bodyPr lIns="0" tIns="0" rIns="0" bIns="0" rtlCol="0" anchor="t">
            <a:spAutoFit/>
          </a:bodyPr>
          <a:lstStyle/>
          <a:p>
            <a:pPr algn="ctr">
              <a:lnSpc>
                <a:spcPts val="5412"/>
              </a:lnSpc>
              <a:spcBef>
                <a:spcPct val="0"/>
              </a:spcBef>
            </a:pPr>
            <a:r>
              <a:rPr lang="en-US" sz="7200">
                <a:solidFill>
                  <a:schemeClr val="accent2">
                    <a:lumMod val="50000"/>
                  </a:schemeClr>
                </a:solidFill>
                <a:latin typeface="Times New Roman Bold"/>
                <a:ea typeface="Times New Roman Bold"/>
                <a:cs typeface="Times New Roman Bold"/>
                <a:sym typeface="Times New Roman Bold"/>
              </a:rPr>
              <a:t>Proposed Solution</a:t>
            </a:r>
          </a:p>
        </p:txBody>
      </p:sp>
      <p:sp>
        <p:nvSpPr>
          <p:cNvPr id="15" name="TextBox 14">
            <a:extLst>
              <a:ext uri="{FF2B5EF4-FFF2-40B4-BE49-F238E27FC236}">
                <a16:creationId xmlns:a16="http://schemas.microsoft.com/office/drawing/2014/main" id="{A36E8F97-78C7-51BA-A932-27812DE23B21}"/>
              </a:ext>
            </a:extLst>
          </p:cNvPr>
          <p:cNvSpPr txBox="1"/>
          <p:nvPr/>
        </p:nvSpPr>
        <p:spPr>
          <a:xfrm>
            <a:off x="2009149" y="5295900"/>
            <a:ext cx="15288251" cy="3785652"/>
          </a:xfrm>
          <a:prstGeom prst="rect">
            <a:avLst/>
          </a:prstGeom>
          <a:noFill/>
        </p:spPr>
        <p:txBody>
          <a:bodyPr wrap="square" rtlCol="0">
            <a:spAutoFit/>
          </a:bodyPr>
          <a:lstStyle/>
          <a:p>
            <a:r>
              <a:rPr lang="en-IN" sz="4800"/>
              <a:t>1.EMERGENCY SOS ALERT SYSTEM</a:t>
            </a:r>
          </a:p>
          <a:p>
            <a:r>
              <a:rPr lang="en-IN" sz="4800"/>
              <a:t>2.LIVE LOCATION TRACKING</a:t>
            </a:r>
          </a:p>
          <a:p>
            <a:r>
              <a:rPr lang="en-IN" sz="4800"/>
              <a:t>3.ONE –TAP CALL HELPLINE</a:t>
            </a:r>
          </a:p>
          <a:p>
            <a:r>
              <a:rPr lang="en-IN" sz="4800"/>
              <a:t>4. SAFE ZONE ALERTS</a:t>
            </a:r>
          </a:p>
          <a:p>
            <a:r>
              <a:rPr lang="en-IN" sz="4800"/>
              <a:t>5.FAKE CALL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886" y="-120994"/>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txBody>
          <a:bodyPr/>
          <a:lstStyle/>
          <a:p>
            <a:endParaRPr lang="en-IN"/>
          </a:p>
        </p:txBody>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txBody>
          <a:bodyPr/>
          <a:lstStyle/>
          <a:p>
            <a:endParaRPr lang="en-IN"/>
          </a:p>
        </p:txBody>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03</a:t>
            </a:r>
          </a:p>
        </p:txBody>
      </p:sp>
      <p:sp>
        <p:nvSpPr>
          <p:cNvPr id="7" name="TextBox 7"/>
          <p:cNvSpPr txBox="1"/>
          <p:nvPr/>
        </p:nvSpPr>
        <p:spPr>
          <a:xfrm>
            <a:off x="4721124" y="640956"/>
            <a:ext cx="9226960" cy="1071994"/>
          </a:xfrm>
          <a:prstGeom prst="rect">
            <a:avLst/>
          </a:prstGeom>
        </p:spPr>
        <p:txBody>
          <a:bodyPr lIns="0" tIns="0" rIns="0" bIns="0" rtlCol="0" anchor="t">
            <a:spAutoFit/>
          </a:bodyPr>
          <a:lstStyle/>
          <a:p>
            <a:pPr algn="ctr">
              <a:lnSpc>
                <a:spcPts val="7919"/>
              </a:lnSpc>
              <a:spcBef>
                <a:spcPct val="0"/>
              </a:spcBef>
            </a:pPr>
            <a:r>
              <a:rPr lang="en-US" sz="5656" b="1">
                <a:solidFill>
                  <a:srgbClr val="000000"/>
                </a:solidFill>
                <a:latin typeface="Times New Roman Bold"/>
                <a:ea typeface="Times New Roman Bold"/>
                <a:cs typeface="Times New Roman Bold"/>
                <a:sym typeface="Times New Roman Bold"/>
              </a:rPr>
              <a:t>TECHNICAL APPROACH</a:t>
            </a:r>
          </a:p>
        </p:txBody>
      </p:sp>
      <p:sp>
        <p:nvSpPr>
          <p:cNvPr id="8" name="TextBox 8"/>
          <p:cNvSpPr txBox="1"/>
          <p:nvPr/>
        </p:nvSpPr>
        <p:spPr>
          <a:xfrm>
            <a:off x="3164261" y="9794298"/>
            <a:ext cx="10783824"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10" name="TextBox 10"/>
          <p:cNvSpPr txBox="1"/>
          <p:nvPr/>
        </p:nvSpPr>
        <p:spPr>
          <a:xfrm>
            <a:off x="1028700" y="3628287"/>
            <a:ext cx="17133472" cy="1846659"/>
          </a:xfrm>
          <a:prstGeom prst="rect">
            <a:avLst/>
          </a:prstGeom>
        </p:spPr>
        <p:txBody>
          <a:bodyPr lIns="0" tIns="0" rIns="0" bIns="0" rtlCol="0" anchor="t">
            <a:spAutoFit/>
          </a:bodyPr>
          <a:lstStyle/>
          <a:p>
            <a:pPr>
              <a:buNone/>
            </a:pPr>
            <a:r>
              <a:rPr lang="en-US" sz="4000"/>
              <a:t>Technologies to be used are </a:t>
            </a:r>
            <a:r>
              <a:rPr lang="en-US" sz="4000" b="1"/>
              <a:t>HTML5,CSS3 with Tailwind </a:t>
            </a:r>
            <a:r>
              <a:rPr lang="en-US" sz="4000" b="1" err="1"/>
              <a:t>CSS,Vanilla</a:t>
            </a:r>
            <a:r>
              <a:rPr lang="en-US" sz="4000" b="1"/>
              <a:t> JavaScript</a:t>
            </a:r>
          </a:p>
          <a:p>
            <a:pPr>
              <a:buNone/>
            </a:pPr>
            <a:endParaRPr lang="en-US" sz="4000"/>
          </a:p>
          <a:p>
            <a:r>
              <a:rPr lang="en-US" sz="4000"/>
              <a:t>METHODOLOGY : user security and privacy and real time tracking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r>
              <a:rPr lang="en-IN"/>
              <a:t>s</a:t>
            </a:r>
          </a:p>
        </p:txBody>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txBody>
          <a:bodyPr/>
          <a:lstStyle/>
          <a:p>
            <a:endParaRPr lang="en-IN"/>
          </a:p>
        </p:txBody>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txBody>
          <a:bodyPr/>
          <a:lstStyle/>
          <a:p>
            <a:endParaRPr lang="en-IN"/>
          </a:p>
        </p:txBody>
      </p:sp>
      <p:sp>
        <p:nvSpPr>
          <p:cNvPr id="5" name="Freeform 5"/>
          <p:cNvSpPr/>
          <p:nvPr/>
        </p:nvSpPr>
        <p:spPr>
          <a:xfrm>
            <a:off x="578499" y="674602"/>
            <a:ext cx="1854575" cy="798182"/>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IN"/>
          </a:p>
        </p:txBody>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04</a:t>
            </a:r>
          </a:p>
        </p:txBody>
      </p:sp>
      <p:sp>
        <p:nvSpPr>
          <p:cNvPr id="7" name="TextBox 7"/>
          <p:cNvSpPr txBox="1"/>
          <p:nvPr/>
        </p:nvSpPr>
        <p:spPr>
          <a:xfrm>
            <a:off x="3876856" y="455527"/>
            <a:ext cx="10590345" cy="1039155"/>
          </a:xfrm>
          <a:prstGeom prst="rect">
            <a:avLst/>
          </a:prstGeom>
        </p:spPr>
        <p:txBody>
          <a:bodyPr lIns="0" tIns="0" rIns="0" bIns="0" rtlCol="0" anchor="t">
            <a:spAutoFit/>
          </a:bodyPr>
          <a:lstStyle/>
          <a:p>
            <a:pPr algn="ctr">
              <a:lnSpc>
                <a:spcPts val="7614"/>
              </a:lnSpc>
              <a:spcBef>
                <a:spcPct val="0"/>
              </a:spcBef>
            </a:pPr>
            <a:r>
              <a:rPr lang="en-US" sz="5438" b="1">
                <a:solidFill>
                  <a:srgbClr val="000000"/>
                </a:solidFill>
                <a:latin typeface="Times New Roman Bold"/>
                <a:ea typeface="Times New Roman Bold"/>
                <a:cs typeface="Times New Roman Bold"/>
                <a:sym typeface="Times New Roman Bold"/>
              </a:rPr>
              <a:t>FEASIBILITY AND VIABILITY</a:t>
            </a:r>
          </a:p>
        </p:txBody>
      </p:sp>
      <p:sp>
        <p:nvSpPr>
          <p:cNvPr id="8" name="TextBox 8"/>
          <p:cNvSpPr txBox="1"/>
          <p:nvPr/>
        </p:nvSpPr>
        <p:spPr>
          <a:xfrm>
            <a:off x="3348719" y="9794298"/>
            <a:ext cx="10603743"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9" name="TextBox 9"/>
          <p:cNvSpPr txBox="1"/>
          <p:nvPr/>
        </p:nvSpPr>
        <p:spPr>
          <a:xfrm>
            <a:off x="793673" y="882423"/>
            <a:ext cx="1339927" cy="317779"/>
          </a:xfrm>
          <a:prstGeom prst="rect">
            <a:avLst/>
          </a:prstGeom>
        </p:spPr>
        <p:txBody>
          <a:bodyPr wrap="square" lIns="0" tIns="0" rIns="0" bIns="0" rtlCol="0" anchor="t">
            <a:spAutoFit/>
          </a:bodyPr>
          <a:lstStyle/>
          <a:p>
            <a:pPr algn="ctr">
              <a:lnSpc>
                <a:spcPts val="2707"/>
              </a:lnSpc>
            </a:pPr>
            <a:r>
              <a:rPr lang="en-US" b="1">
                <a:solidFill>
                  <a:schemeClr val="tx2"/>
                </a:solidFill>
                <a:latin typeface="Times New Roman Bold"/>
                <a:ea typeface="Times New Roman Bold"/>
                <a:cs typeface="Times New Roman Bold"/>
                <a:sym typeface="Times New Roman Bold"/>
              </a:rPr>
              <a:t>LOOPLABS</a:t>
            </a:r>
          </a:p>
        </p:txBody>
      </p:sp>
      <p:sp>
        <p:nvSpPr>
          <p:cNvPr id="10" name="TextBox 10"/>
          <p:cNvSpPr txBox="1"/>
          <p:nvPr/>
        </p:nvSpPr>
        <p:spPr>
          <a:xfrm>
            <a:off x="634282" y="2037681"/>
            <a:ext cx="17653718" cy="5853462"/>
          </a:xfrm>
          <a:prstGeom prst="rect">
            <a:avLst/>
          </a:prstGeom>
        </p:spPr>
        <p:txBody>
          <a:bodyPr wrap="square" lIns="0" tIns="0" rIns="0" bIns="0" rtlCol="0" anchor="t">
            <a:spAutoFit/>
          </a:bodyPr>
          <a:lstStyle/>
          <a:p>
            <a:pPr>
              <a:buNone/>
            </a:pPr>
            <a:r>
              <a:rPr lang="en-US" sz="4437">
                <a:solidFill>
                  <a:srgbClr val="000000"/>
                </a:solidFill>
                <a:latin typeface="Times New Roman"/>
                <a:cs typeface="Times New Roman"/>
                <a:sym typeface="Times New Roman"/>
              </a:rPr>
              <a:t>FEASIBILITY</a:t>
            </a:r>
          </a:p>
          <a:p>
            <a:pPr>
              <a:buNone/>
            </a:pPr>
            <a:r>
              <a:rPr lang="en-US" sz="4437">
                <a:solidFill>
                  <a:srgbClr val="000000"/>
                </a:solidFill>
                <a:latin typeface="Times New Roman"/>
                <a:cs typeface="Times New Roman"/>
                <a:sym typeface="Times New Roman"/>
              </a:rPr>
              <a:t>1.</a:t>
            </a:r>
            <a:r>
              <a:rPr lang="en-US" sz="4800"/>
              <a:t> Web technologies are readily available </a:t>
            </a:r>
          </a:p>
          <a:p>
            <a:pPr>
              <a:buNone/>
            </a:pPr>
            <a:r>
              <a:rPr lang="en-US" sz="4800"/>
              <a:t>2.users are likely to find it easy to adopt ,since it serves a critical purpose</a:t>
            </a:r>
          </a:p>
          <a:p>
            <a:pPr>
              <a:buNone/>
            </a:pPr>
            <a:r>
              <a:rPr lang="en-US" sz="4800"/>
              <a:t>VIABILITY</a:t>
            </a:r>
          </a:p>
          <a:p>
            <a:pPr>
              <a:buNone/>
            </a:pPr>
            <a:r>
              <a:rPr lang="en-US" sz="4800"/>
              <a:t>1.this addresses a real </a:t>
            </a:r>
            <a:r>
              <a:rPr lang="en-US" sz="4800" err="1"/>
              <a:t>sociental</a:t>
            </a:r>
            <a:r>
              <a:rPr lang="en-US" sz="4800"/>
              <a:t> need- enhancing women's safety</a:t>
            </a:r>
          </a:p>
          <a:p>
            <a:r>
              <a:rPr lang="en-US" sz="4800"/>
              <a:t>2.regular user feedback and data driven updates can help maintain relevance and effectiveness over 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83942" y="-142433"/>
            <a:ext cx="19100542"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txBody>
          <a:bodyPr/>
          <a:lstStyle/>
          <a:p>
            <a:endParaRPr lang="en-IN"/>
          </a:p>
        </p:txBody>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txBody>
          <a:bodyPr/>
          <a:lstStyle/>
          <a:p>
            <a:endParaRPr lang="en-IN"/>
          </a:p>
        </p:txBody>
      </p:sp>
      <p:sp>
        <p:nvSpPr>
          <p:cNvPr id="5" name="Freeform 5"/>
          <p:cNvSpPr/>
          <p:nvPr/>
        </p:nvSpPr>
        <p:spPr>
          <a:xfrm>
            <a:off x="578499" y="674602"/>
            <a:ext cx="1854575" cy="798182"/>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IN"/>
          </a:p>
        </p:txBody>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05</a:t>
            </a:r>
          </a:p>
        </p:txBody>
      </p:sp>
      <p:sp>
        <p:nvSpPr>
          <p:cNvPr id="7" name="TextBox 7"/>
          <p:cNvSpPr txBox="1"/>
          <p:nvPr/>
        </p:nvSpPr>
        <p:spPr>
          <a:xfrm>
            <a:off x="4624650" y="565676"/>
            <a:ext cx="8879582" cy="1039155"/>
          </a:xfrm>
          <a:prstGeom prst="rect">
            <a:avLst/>
          </a:prstGeom>
        </p:spPr>
        <p:txBody>
          <a:bodyPr lIns="0" tIns="0" rIns="0" bIns="0" rtlCol="0" anchor="t">
            <a:spAutoFit/>
          </a:bodyPr>
          <a:lstStyle/>
          <a:p>
            <a:pPr algn="ctr">
              <a:lnSpc>
                <a:spcPts val="7614"/>
              </a:lnSpc>
              <a:spcBef>
                <a:spcPct val="0"/>
              </a:spcBef>
            </a:pPr>
            <a:r>
              <a:rPr lang="en-US" sz="5438" b="1">
                <a:solidFill>
                  <a:srgbClr val="000000"/>
                </a:solidFill>
                <a:latin typeface="Times New Roman Bold"/>
                <a:ea typeface="Times New Roman Bold"/>
                <a:cs typeface="Times New Roman Bold"/>
                <a:sym typeface="Times New Roman Bold"/>
              </a:rPr>
              <a:t>IMPACT AND BENEFITS</a:t>
            </a:r>
          </a:p>
        </p:txBody>
      </p:sp>
      <p:sp>
        <p:nvSpPr>
          <p:cNvPr id="8" name="TextBox 8"/>
          <p:cNvSpPr txBox="1"/>
          <p:nvPr/>
        </p:nvSpPr>
        <p:spPr>
          <a:xfrm>
            <a:off x="3663860" y="9794298"/>
            <a:ext cx="10176053"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9" name="TextBox 9"/>
          <p:cNvSpPr txBox="1"/>
          <p:nvPr/>
        </p:nvSpPr>
        <p:spPr>
          <a:xfrm>
            <a:off x="793673" y="882423"/>
            <a:ext cx="1424228" cy="317779"/>
          </a:xfrm>
          <a:prstGeom prst="rect">
            <a:avLst/>
          </a:prstGeom>
        </p:spPr>
        <p:txBody>
          <a:bodyPr lIns="0" tIns="0" rIns="0" bIns="0" rtlCol="0" anchor="t">
            <a:spAutoFit/>
          </a:bodyPr>
          <a:lstStyle/>
          <a:p>
            <a:pPr algn="ctr">
              <a:lnSpc>
                <a:spcPts val="2707"/>
              </a:lnSpc>
            </a:pPr>
            <a:r>
              <a:rPr lang="en-US" sz="2000" b="1">
                <a:solidFill>
                  <a:srgbClr val="000000"/>
                </a:solidFill>
                <a:latin typeface="Times New Roman Bold"/>
                <a:ea typeface="Times New Roman Bold"/>
                <a:cs typeface="Times New Roman Bold"/>
                <a:sym typeface="Times New Roman Bold"/>
              </a:rPr>
              <a:t>LOOPLABS</a:t>
            </a:r>
          </a:p>
        </p:txBody>
      </p:sp>
      <p:sp>
        <p:nvSpPr>
          <p:cNvPr id="10" name="TextBox 10"/>
          <p:cNvSpPr txBox="1"/>
          <p:nvPr/>
        </p:nvSpPr>
        <p:spPr>
          <a:xfrm>
            <a:off x="2067837" y="4146345"/>
            <a:ext cx="13993208" cy="768224"/>
          </a:xfrm>
          <a:prstGeom prst="rect">
            <a:avLst/>
          </a:prstGeom>
        </p:spPr>
        <p:txBody>
          <a:bodyPr lIns="0" tIns="0" rIns="0" bIns="0" rtlCol="0" anchor="t">
            <a:spAutoFit/>
          </a:bodyPr>
          <a:lstStyle/>
          <a:p>
            <a:pPr algn="l">
              <a:lnSpc>
                <a:spcPts val="6713"/>
              </a:lnSpc>
            </a:pPr>
            <a:r>
              <a:rPr lang="en-US" sz="4118">
                <a:solidFill>
                  <a:srgbClr val="000000"/>
                </a:solidFill>
                <a:latin typeface="Times New Roman"/>
                <a:ea typeface="Times New Roman"/>
                <a:cs typeface="Times New Roman"/>
                <a:sym typeface="Times New Roman"/>
              </a:rPr>
              <a:t>•</a:t>
            </a:r>
          </a:p>
        </p:txBody>
      </p:sp>
      <p:sp>
        <p:nvSpPr>
          <p:cNvPr id="11" name="TextBox 10">
            <a:extLst>
              <a:ext uri="{FF2B5EF4-FFF2-40B4-BE49-F238E27FC236}">
                <a16:creationId xmlns:a16="http://schemas.microsoft.com/office/drawing/2014/main" id="{0C78BD65-A66A-3E6B-F709-41A609DBE2C4}"/>
              </a:ext>
            </a:extLst>
          </p:cNvPr>
          <p:cNvSpPr txBox="1"/>
          <p:nvPr/>
        </p:nvSpPr>
        <p:spPr>
          <a:xfrm>
            <a:off x="8866414" y="4204607"/>
            <a:ext cx="914400" cy="914400"/>
          </a:xfrm>
          <a:prstGeom prst="rect">
            <a:avLst/>
          </a:prstGeom>
          <a:noFill/>
        </p:spPr>
        <p:txBody>
          <a:bodyPr wrap="square" rtlCol="0">
            <a:spAutoFit/>
          </a:bodyPr>
          <a:lstStyle/>
          <a:p>
            <a:endParaRPr lang="en-IN"/>
          </a:p>
        </p:txBody>
      </p:sp>
      <p:sp>
        <p:nvSpPr>
          <p:cNvPr id="12" name="TextBox 11">
            <a:extLst>
              <a:ext uri="{FF2B5EF4-FFF2-40B4-BE49-F238E27FC236}">
                <a16:creationId xmlns:a16="http://schemas.microsoft.com/office/drawing/2014/main" id="{8CF30596-73CF-F4EA-E2A7-8FC36C7E23C3}"/>
              </a:ext>
            </a:extLst>
          </p:cNvPr>
          <p:cNvSpPr txBox="1"/>
          <p:nvPr/>
        </p:nvSpPr>
        <p:spPr>
          <a:xfrm>
            <a:off x="836873" y="2037681"/>
            <a:ext cx="11471381" cy="6647974"/>
          </a:xfrm>
          <a:prstGeom prst="rect">
            <a:avLst/>
          </a:prstGeom>
          <a:noFill/>
        </p:spPr>
        <p:txBody>
          <a:bodyPr wrap="square" rtlCol="0">
            <a:spAutoFit/>
          </a:bodyPr>
          <a:lstStyle/>
          <a:p>
            <a:pPr>
              <a:buNone/>
            </a:pPr>
            <a:r>
              <a:rPr lang="en-US" sz="3200" b="1"/>
              <a:t>Location Tracking</a:t>
            </a:r>
          </a:p>
          <a:p>
            <a:pPr>
              <a:buNone/>
            </a:pPr>
            <a:r>
              <a:rPr lang="en-US" sz="3200"/>
              <a:t>Enable real-time tracking of women's location to provide assistance during emergencies.</a:t>
            </a:r>
          </a:p>
          <a:p>
            <a:pPr>
              <a:buNone/>
            </a:pPr>
            <a:r>
              <a:rPr lang="en-US" sz="3200" b="1"/>
              <a:t>Emergency Alerts</a:t>
            </a:r>
          </a:p>
          <a:p>
            <a:r>
              <a:rPr lang="en-US" sz="3200"/>
              <a:t>Send immediate alerts to pre-selected contacts and authorities in case of danger.</a:t>
            </a:r>
          </a:p>
          <a:p>
            <a:pPr>
              <a:buNone/>
            </a:pPr>
            <a:r>
              <a:rPr lang="en-US" sz="3200" b="1"/>
              <a:t>Fake Call Feature</a:t>
            </a:r>
          </a:p>
          <a:p>
            <a:pPr>
              <a:buNone/>
            </a:pPr>
            <a:r>
              <a:rPr lang="en-US" sz="3200" b="1"/>
              <a:t>Escape Unsafe Situations</a:t>
            </a:r>
          </a:p>
          <a:p>
            <a:pPr>
              <a:buNone/>
            </a:pPr>
            <a:r>
              <a:rPr lang="en-US" sz="3200"/>
              <a:t>Allows women to simulate an incoming call to create a distraction or excuse to leave.</a:t>
            </a:r>
          </a:p>
          <a:p>
            <a:pPr>
              <a:buNone/>
            </a:pPr>
            <a:r>
              <a:rPr lang="en-US" sz="3200" b="1"/>
              <a:t>Pre-recorded Messages</a:t>
            </a:r>
          </a:p>
          <a:p>
            <a:r>
              <a:rPr lang="en-US" sz="3200"/>
              <a:t>Provides customizable messages and sound effects for realism.</a:t>
            </a:r>
          </a:p>
          <a:p>
            <a:endParaRPr lang="en-US" sz="2400">
              <a:solidFill>
                <a:srgbClr val="000000"/>
              </a:solidFill>
              <a:latin typeface="Times New Roman"/>
              <a:ea typeface="Times New Roman"/>
              <a:cs typeface="Times New Roman"/>
              <a:sym typeface="Times New Roman"/>
            </a:endParaRPr>
          </a:p>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txBody>
          <a:bodyPr/>
          <a:lstStyle/>
          <a:p>
            <a:endParaRPr lang="en-IN"/>
          </a:p>
        </p:txBody>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txBody>
          <a:bodyPr/>
          <a:lstStyle/>
          <a:p>
            <a:endParaRPr lang="en-IN"/>
          </a:p>
        </p:txBody>
      </p:sp>
      <p:sp>
        <p:nvSpPr>
          <p:cNvPr id="5" name="Freeform 5"/>
          <p:cNvSpPr/>
          <p:nvPr/>
        </p:nvSpPr>
        <p:spPr>
          <a:xfrm>
            <a:off x="578499" y="674602"/>
            <a:ext cx="1854575" cy="820080"/>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IN"/>
          </a:p>
        </p:txBody>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06</a:t>
            </a:r>
          </a:p>
        </p:txBody>
      </p:sp>
      <p:sp>
        <p:nvSpPr>
          <p:cNvPr id="7" name="TextBox 7"/>
          <p:cNvSpPr txBox="1"/>
          <p:nvPr/>
        </p:nvSpPr>
        <p:spPr>
          <a:xfrm>
            <a:off x="3482112" y="455527"/>
            <a:ext cx="11323776" cy="1039155"/>
          </a:xfrm>
          <a:prstGeom prst="rect">
            <a:avLst/>
          </a:prstGeom>
        </p:spPr>
        <p:txBody>
          <a:bodyPr lIns="0" tIns="0" rIns="0" bIns="0" rtlCol="0" anchor="t">
            <a:spAutoFit/>
          </a:bodyPr>
          <a:lstStyle/>
          <a:p>
            <a:pPr algn="ctr">
              <a:lnSpc>
                <a:spcPts val="7614"/>
              </a:lnSpc>
              <a:spcBef>
                <a:spcPct val="0"/>
              </a:spcBef>
            </a:pPr>
            <a:r>
              <a:rPr lang="en-US" sz="5438" b="1">
                <a:solidFill>
                  <a:srgbClr val="000000"/>
                </a:solidFill>
                <a:latin typeface="Times New Roman Bold"/>
                <a:ea typeface="Times New Roman Bold"/>
                <a:cs typeface="Times New Roman Bold"/>
                <a:sym typeface="Times New Roman Bold"/>
              </a:rPr>
              <a:t>RESEARCH AND REFERENCES</a:t>
            </a:r>
          </a:p>
        </p:txBody>
      </p:sp>
      <p:sp>
        <p:nvSpPr>
          <p:cNvPr id="8" name="TextBox 8"/>
          <p:cNvSpPr txBox="1"/>
          <p:nvPr/>
        </p:nvSpPr>
        <p:spPr>
          <a:xfrm>
            <a:off x="3795994" y="9794298"/>
            <a:ext cx="10378643"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9" name="TextBox 9"/>
          <p:cNvSpPr txBox="1"/>
          <p:nvPr/>
        </p:nvSpPr>
        <p:spPr>
          <a:xfrm>
            <a:off x="793673" y="882423"/>
            <a:ext cx="1424228" cy="317779"/>
          </a:xfrm>
          <a:prstGeom prst="rect">
            <a:avLst/>
          </a:prstGeom>
        </p:spPr>
        <p:txBody>
          <a:bodyPr lIns="0" tIns="0" rIns="0" bIns="0" rtlCol="0" anchor="t">
            <a:spAutoFit/>
          </a:bodyPr>
          <a:lstStyle/>
          <a:p>
            <a:pPr algn="ctr">
              <a:lnSpc>
                <a:spcPts val="2707"/>
              </a:lnSpc>
            </a:pPr>
            <a:r>
              <a:rPr lang="en-US" sz="1933" b="1">
                <a:solidFill>
                  <a:srgbClr val="000000"/>
                </a:solidFill>
                <a:latin typeface="Times New Roman Bold"/>
                <a:ea typeface="Times New Roman Bold"/>
                <a:cs typeface="Times New Roman Bold"/>
                <a:sym typeface="Times New Roman Bold"/>
              </a:rPr>
              <a:t>LOOPLABS</a:t>
            </a:r>
          </a:p>
        </p:txBody>
      </p:sp>
      <p:sp>
        <p:nvSpPr>
          <p:cNvPr id="11" name="TextBox 10">
            <a:extLst>
              <a:ext uri="{FF2B5EF4-FFF2-40B4-BE49-F238E27FC236}">
                <a16:creationId xmlns:a16="http://schemas.microsoft.com/office/drawing/2014/main" id="{516485A5-29BC-2CAE-5F0D-B3F5F90DD68E}"/>
              </a:ext>
            </a:extLst>
          </p:cNvPr>
          <p:cNvSpPr txBox="1"/>
          <p:nvPr/>
        </p:nvSpPr>
        <p:spPr>
          <a:xfrm>
            <a:off x="1066800" y="2781300"/>
            <a:ext cx="11658600" cy="5755422"/>
          </a:xfrm>
          <a:prstGeom prst="rect">
            <a:avLst/>
          </a:prstGeom>
          <a:noFill/>
        </p:spPr>
        <p:txBody>
          <a:bodyPr wrap="square" rtlCol="0">
            <a:spAutoFit/>
          </a:bodyPr>
          <a:lstStyle/>
          <a:p>
            <a:pPr>
              <a:buNone/>
            </a:pPr>
            <a:r>
              <a:rPr lang="en-US" sz="4000"/>
              <a:t>IDEAS: </a:t>
            </a:r>
          </a:p>
          <a:p>
            <a:pPr>
              <a:buNone/>
            </a:pPr>
            <a:r>
              <a:rPr lang="en-US" sz="3600"/>
              <a:t>1. GOOGLE SEARCH ENGINE </a:t>
            </a:r>
          </a:p>
          <a:p>
            <a:pPr>
              <a:buNone/>
            </a:pPr>
            <a:r>
              <a:rPr lang="en-US" sz="3600"/>
              <a:t>2.TEAM DISCUSSION</a:t>
            </a:r>
          </a:p>
          <a:p>
            <a:pPr>
              <a:buNone/>
            </a:pPr>
            <a:r>
              <a:rPr lang="en-US" sz="3600"/>
              <a:t>3.EXPERIENCE GUIDENS</a:t>
            </a:r>
          </a:p>
          <a:p>
            <a:pPr>
              <a:buNone/>
            </a:pPr>
            <a:r>
              <a:rPr lang="en-US" sz="3600"/>
              <a:t>4.AVAILABILITY OF HELP SERVICE</a:t>
            </a:r>
          </a:p>
          <a:p>
            <a:pPr>
              <a:buNone/>
            </a:pPr>
            <a:endParaRPr lang="en-US" sz="3600"/>
          </a:p>
          <a:p>
            <a:pPr>
              <a:buNone/>
            </a:pPr>
            <a:r>
              <a:rPr lang="en-US" sz="4000"/>
              <a:t>SOLUTIONS :</a:t>
            </a:r>
          </a:p>
          <a:p>
            <a:pPr>
              <a:buNone/>
            </a:pPr>
            <a:r>
              <a:rPr lang="en-US" sz="3600"/>
              <a:t>SOS HELP IN SINGLE CLICK</a:t>
            </a:r>
          </a:p>
          <a:p>
            <a:pPr>
              <a:buNone/>
            </a:pPr>
            <a:r>
              <a:rPr lang="en-US" sz="3600"/>
              <a:t>LIVE LOCATIONS TRACKING</a:t>
            </a:r>
          </a:p>
          <a:p>
            <a:r>
              <a:rPr lang="en-US" sz="3600"/>
              <a:t>FAKE CALLS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txBody>
          <a:bodyPr/>
          <a:lstStyle/>
          <a:p>
            <a:endParaRPr lang="en-IN"/>
          </a:p>
        </p:txBody>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txBody>
          <a:bodyPr/>
          <a:lstStyle/>
          <a:p>
            <a:endParaRPr lang="en-IN"/>
          </a:p>
        </p:txBody>
      </p:sp>
      <p:sp>
        <p:nvSpPr>
          <p:cNvPr id="5" name="Freeform 5"/>
          <p:cNvSpPr/>
          <p:nvPr/>
        </p:nvSpPr>
        <p:spPr>
          <a:xfrm>
            <a:off x="578499" y="674602"/>
            <a:ext cx="1854575" cy="798182"/>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IN"/>
          </a:p>
        </p:txBody>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07</a:t>
            </a:r>
          </a:p>
        </p:txBody>
      </p:sp>
      <p:sp>
        <p:nvSpPr>
          <p:cNvPr id="7" name="TextBox 7"/>
          <p:cNvSpPr txBox="1"/>
          <p:nvPr/>
        </p:nvSpPr>
        <p:spPr>
          <a:xfrm>
            <a:off x="4383474" y="841771"/>
            <a:ext cx="9937554" cy="1042951"/>
          </a:xfrm>
          <a:prstGeom prst="rect">
            <a:avLst/>
          </a:prstGeom>
        </p:spPr>
        <p:txBody>
          <a:bodyPr lIns="0" tIns="0" rIns="0" bIns="0" rtlCol="0" anchor="t">
            <a:spAutoFit/>
          </a:bodyPr>
          <a:lstStyle/>
          <a:p>
            <a:pPr algn="ctr">
              <a:lnSpc>
                <a:spcPts val="7614"/>
              </a:lnSpc>
              <a:spcBef>
                <a:spcPct val="0"/>
              </a:spcBef>
            </a:pPr>
            <a:r>
              <a:rPr lang="en-US" sz="5438" b="1">
                <a:solidFill>
                  <a:srgbClr val="000000"/>
                </a:solidFill>
                <a:latin typeface="Times New Roman Bold"/>
                <a:ea typeface="Times New Roman Bold"/>
                <a:cs typeface="Times New Roman Bold"/>
                <a:sym typeface="Times New Roman Bold"/>
              </a:rPr>
              <a:t>FUTURE ENHANCEMENTS</a:t>
            </a:r>
          </a:p>
        </p:txBody>
      </p:sp>
      <p:sp>
        <p:nvSpPr>
          <p:cNvPr id="8" name="TextBox 8"/>
          <p:cNvSpPr txBox="1"/>
          <p:nvPr/>
        </p:nvSpPr>
        <p:spPr>
          <a:xfrm>
            <a:off x="3596330" y="9794298"/>
            <a:ext cx="10206967"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9" name="TextBox 9"/>
          <p:cNvSpPr txBox="1"/>
          <p:nvPr/>
        </p:nvSpPr>
        <p:spPr>
          <a:xfrm>
            <a:off x="793673" y="882423"/>
            <a:ext cx="1424228" cy="317779"/>
          </a:xfrm>
          <a:prstGeom prst="rect">
            <a:avLst/>
          </a:prstGeom>
        </p:spPr>
        <p:txBody>
          <a:bodyPr lIns="0" tIns="0" rIns="0" bIns="0" rtlCol="0" anchor="t">
            <a:spAutoFit/>
          </a:bodyPr>
          <a:lstStyle/>
          <a:p>
            <a:pPr algn="ctr">
              <a:lnSpc>
                <a:spcPts val="2707"/>
              </a:lnSpc>
            </a:pPr>
            <a:r>
              <a:rPr lang="en-US" sz="1933" b="1">
                <a:solidFill>
                  <a:srgbClr val="000000"/>
                </a:solidFill>
                <a:latin typeface="Times New Roman Bold"/>
                <a:ea typeface="Times New Roman Bold"/>
                <a:cs typeface="Times New Roman Bold"/>
                <a:sym typeface="Times New Roman Bold"/>
              </a:rPr>
              <a:t>LOOPLABS</a:t>
            </a:r>
          </a:p>
        </p:txBody>
      </p:sp>
      <p:sp>
        <p:nvSpPr>
          <p:cNvPr id="10" name="TextBox 10"/>
          <p:cNvSpPr txBox="1"/>
          <p:nvPr/>
        </p:nvSpPr>
        <p:spPr>
          <a:xfrm>
            <a:off x="793673" y="2314555"/>
            <a:ext cx="16713589" cy="5658216"/>
          </a:xfrm>
          <a:prstGeom prst="rect">
            <a:avLst/>
          </a:prstGeom>
        </p:spPr>
        <p:txBody>
          <a:bodyPr wrap="square" lIns="0" tIns="0" rIns="0" bIns="0" rtlCol="0" anchor="t">
            <a:spAutoFit/>
          </a:bodyPr>
          <a:lstStyle/>
          <a:p>
            <a:pPr>
              <a:buNone/>
            </a:pPr>
            <a:r>
              <a:rPr lang="en-US" sz="3934">
                <a:solidFill>
                  <a:srgbClr val="000000"/>
                </a:solidFill>
                <a:latin typeface="Times New Roman"/>
                <a:ea typeface="Times New Roman"/>
                <a:cs typeface="Times New Roman"/>
                <a:sym typeface="Times New Roman"/>
              </a:rPr>
              <a:t> </a:t>
            </a:r>
            <a:r>
              <a:rPr lang="en-US" sz="4000" b="1"/>
              <a:t>Database Integration</a:t>
            </a:r>
          </a:p>
          <a:p>
            <a:pPr>
              <a:buNone/>
            </a:pPr>
            <a:r>
              <a:rPr lang="en-US" sz="4000"/>
              <a:t>Connect to a database for secure profile data storage.</a:t>
            </a:r>
          </a:p>
          <a:p>
            <a:pPr>
              <a:buNone/>
            </a:pPr>
            <a:r>
              <a:rPr lang="en-US" sz="4000" b="1"/>
              <a:t>Audio Recording</a:t>
            </a:r>
          </a:p>
          <a:p>
            <a:pPr>
              <a:buNone/>
            </a:pPr>
            <a:r>
              <a:rPr lang="en-US" sz="4000"/>
              <a:t>Enable audio recording for detailed incident reporting.</a:t>
            </a:r>
          </a:p>
          <a:p>
            <a:pPr>
              <a:buNone/>
            </a:pPr>
            <a:r>
              <a:rPr lang="en-US" sz="4000" b="1"/>
              <a:t>Video Recording</a:t>
            </a:r>
          </a:p>
          <a:p>
            <a:pPr>
              <a:buNone/>
            </a:pPr>
            <a:r>
              <a:rPr lang="en-US" sz="4000"/>
              <a:t>Allow video recording to capture visual evidence.</a:t>
            </a:r>
          </a:p>
          <a:p>
            <a:pPr>
              <a:buNone/>
            </a:pPr>
            <a:r>
              <a:rPr lang="en-US" sz="4000" b="1"/>
              <a:t>Enhanced Reporting</a:t>
            </a:r>
          </a:p>
          <a:p>
            <a:r>
              <a:rPr lang="en-US" sz="4000"/>
              <a:t>Improve reporting features for easier incident documentation and submission.</a:t>
            </a:r>
          </a:p>
          <a:p>
            <a:pPr algn="l">
              <a:lnSpc>
                <a:spcPts val="6413"/>
              </a:lnSpc>
            </a:pPr>
            <a:endParaRPr lang="en-US" sz="3934">
              <a:solidFill>
                <a:srgbClr val="0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1166" y="-3429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txBody>
          <a:bodyPr/>
          <a:lstStyle/>
          <a:p>
            <a:endParaRPr lang="en-IN"/>
          </a:p>
        </p:txBody>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txBody>
          <a:bodyPr/>
          <a:lstStyle/>
          <a:p>
            <a:endParaRPr lang="en-IN"/>
          </a:p>
        </p:txBody>
      </p:sp>
      <p:sp>
        <p:nvSpPr>
          <p:cNvPr id="5" name="Freeform 5"/>
          <p:cNvSpPr/>
          <p:nvPr/>
        </p:nvSpPr>
        <p:spPr>
          <a:xfrm>
            <a:off x="578499" y="674602"/>
            <a:ext cx="1854575" cy="594647"/>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IN"/>
          </a:p>
        </p:txBody>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08</a:t>
            </a:r>
          </a:p>
        </p:txBody>
      </p:sp>
      <p:sp>
        <p:nvSpPr>
          <p:cNvPr id="7" name="TextBox 7"/>
          <p:cNvSpPr txBox="1"/>
          <p:nvPr/>
        </p:nvSpPr>
        <p:spPr>
          <a:xfrm>
            <a:off x="5644036" y="1018927"/>
            <a:ext cx="8857072" cy="894476"/>
          </a:xfrm>
          <a:prstGeom prst="rect">
            <a:avLst/>
          </a:prstGeom>
        </p:spPr>
        <p:txBody>
          <a:bodyPr lIns="0" tIns="0" rIns="0" bIns="0" rtlCol="0" anchor="t">
            <a:spAutoFit/>
          </a:bodyPr>
          <a:lstStyle/>
          <a:p>
            <a:pPr algn="ctr">
              <a:lnSpc>
                <a:spcPts val="7614"/>
              </a:lnSpc>
              <a:spcBef>
                <a:spcPct val="0"/>
              </a:spcBef>
            </a:pPr>
            <a:r>
              <a:rPr lang="en-US" sz="5438" b="1">
                <a:solidFill>
                  <a:srgbClr val="000000"/>
                </a:solidFill>
                <a:latin typeface="Times New Roman Bold"/>
                <a:ea typeface="Times New Roman Bold"/>
                <a:cs typeface="Times New Roman Bold"/>
                <a:sym typeface="Times New Roman Bold"/>
              </a:rPr>
              <a:t>DEMO </a:t>
            </a:r>
          </a:p>
        </p:txBody>
      </p:sp>
      <p:sp>
        <p:nvSpPr>
          <p:cNvPr id="8" name="TextBox 8"/>
          <p:cNvSpPr txBox="1"/>
          <p:nvPr/>
        </p:nvSpPr>
        <p:spPr>
          <a:xfrm>
            <a:off x="3950476" y="9794298"/>
            <a:ext cx="10387047"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9" name="TextBox 9"/>
          <p:cNvSpPr txBox="1"/>
          <p:nvPr/>
        </p:nvSpPr>
        <p:spPr>
          <a:xfrm>
            <a:off x="793673" y="882423"/>
            <a:ext cx="1424228" cy="317779"/>
          </a:xfrm>
          <a:prstGeom prst="rect">
            <a:avLst/>
          </a:prstGeom>
        </p:spPr>
        <p:txBody>
          <a:bodyPr lIns="0" tIns="0" rIns="0" bIns="0" rtlCol="0" anchor="t">
            <a:spAutoFit/>
          </a:bodyPr>
          <a:lstStyle/>
          <a:p>
            <a:pPr algn="ctr">
              <a:lnSpc>
                <a:spcPts val="2707"/>
              </a:lnSpc>
            </a:pPr>
            <a:r>
              <a:rPr lang="en-US" sz="1933" b="1">
                <a:solidFill>
                  <a:srgbClr val="000000"/>
                </a:solidFill>
                <a:latin typeface="Times New Roman Bold"/>
                <a:ea typeface="Times New Roman Bold"/>
                <a:cs typeface="Times New Roman Bold"/>
                <a:sym typeface="Times New Roman Bold"/>
              </a:rPr>
              <a:t>LOOPLABS</a:t>
            </a:r>
          </a:p>
        </p:txBody>
      </p:sp>
      <p:pic>
        <p:nvPicPr>
          <p:cNvPr id="18" name="Picture 17">
            <a:extLst>
              <a:ext uri="{FF2B5EF4-FFF2-40B4-BE49-F238E27FC236}">
                <a16:creationId xmlns:a16="http://schemas.microsoft.com/office/drawing/2014/main" id="{C1550DC9-51F6-082C-562A-C47EA7AC37E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4800" y="2050183"/>
            <a:ext cx="8153400" cy="6780494"/>
          </a:xfrm>
          <a:prstGeom prst="rect">
            <a:avLst/>
          </a:prstGeom>
        </p:spPr>
      </p:pic>
      <p:pic>
        <p:nvPicPr>
          <p:cNvPr id="20" name="Picture 19">
            <a:extLst>
              <a:ext uri="{FF2B5EF4-FFF2-40B4-BE49-F238E27FC236}">
                <a16:creationId xmlns:a16="http://schemas.microsoft.com/office/drawing/2014/main" id="{1F380F4A-1794-1B49-36D8-3CF1BB6848B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814166" y="2043625"/>
            <a:ext cx="9400932" cy="678049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62000" y="-297324"/>
            <a:ext cx="19628499"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txBody>
          <a:bodyPr/>
          <a:lstStyle/>
          <a:p>
            <a:endParaRPr lang="en-IN"/>
          </a:p>
        </p:txBody>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txBody>
          <a:bodyPr/>
          <a:lstStyle/>
          <a:p>
            <a:endParaRPr lang="en-IN"/>
          </a:p>
        </p:txBody>
      </p:sp>
      <p:sp>
        <p:nvSpPr>
          <p:cNvPr id="5" name="Freeform 5"/>
          <p:cNvSpPr/>
          <p:nvPr/>
        </p:nvSpPr>
        <p:spPr>
          <a:xfrm>
            <a:off x="578499" y="674602"/>
            <a:ext cx="1854575" cy="1009272"/>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r>
              <a:rPr lang="en-IN"/>
              <a:t>L</a:t>
            </a:r>
          </a:p>
        </p:txBody>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09</a:t>
            </a:r>
          </a:p>
        </p:txBody>
      </p:sp>
      <p:sp>
        <p:nvSpPr>
          <p:cNvPr id="7" name="TextBox 7"/>
          <p:cNvSpPr txBox="1"/>
          <p:nvPr/>
        </p:nvSpPr>
        <p:spPr>
          <a:xfrm>
            <a:off x="4119602" y="841771"/>
            <a:ext cx="10266947" cy="1042951"/>
          </a:xfrm>
          <a:prstGeom prst="rect">
            <a:avLst/>
          </a:prstGeom>
        </p:spPr>
        <p:txBody>
          <a:bodyPr lIns="0" tIns="0" rIns="0" bIns="0" rtlCol="0" anchor="t">
            <a:spAutoFit/>
          </a:bodyPr>
          <a:lstStyle/>
          <a:p>
            <a:pPr algn="ctr">
              <a:lnSpc>
                <a:spcPts val="7614"/>
              </a:lnSpc>
              <a:spcBef>
                <a:spcPct val="0"/>
              </a:spcBef>
            </a:pPr>
            <a:r>
              <a:rPr lang="en-US" sz="5438" b="1">
                <a:solidFill>
                  <a:srgbClr val="000000"/>
                </a:solidFill>
                <a:latin typeface="Times New Roman Bold"/>
                <a:ea typeface="Times New Roman Bold"/>
                <a:cs typeface="Times New Roman Bold"/>
                <a:sym typeface="Times New Roman Bold"/>
              </a:rPr>
              <a:t>CONCLUSION &amp; THANK YOU</a:t>
            </a:r>
          </a:p>
        </p:txBody>
      </p:sp>
      <p:sp>
        <p:nvSpPr>
          <p:cNvPr id="8" name="TextBox 8"/>
          <p:cNvSpPr txBox="1"/>
          <p:nvPr/>
        </p:nvSpPr>
        <p:spPr>
          <a:xfrm>
            <a:off x="3895355" y="9794298"/>
            <a:ext cx="10491193"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10" name="TextBox 10"/>
          <p:cNvSpPr txBox="1"/>
          <p:nvPr/>
        </p:nvSpPr>
        <p:spPr>
          <a:xfrm>
            <a:off x="1484015" y="2599780"/>
            <a:ext cx="14935200" cy="6377515"/>
          </a:xfrm>
          <a:prstGeom prst="rect">
            <a:avLst/>
          </a:prstGeom>
        </p:spPr>
        <p:txBody>
          <a:bodyPr wrap="square" lIns="0" tIns="0" rIns="0" bIns="0" rtlCol="0" anchor="t">
            <a:spAutoFit/>
          </a:bodyPr>
          <a:lstStyle/>
          <a:p>
            <a:pPr marL="4035023" lvl="8" indent="-417311">
              <a:lnSpc>
                <a:spcPts val="6301"/>
              </a:lnSpc>
              <a:buFont typeface="Arial"/>
              <a:buChar char="•"/>
            </a:pPr>
            <a:r>
              <a:rPr lang="en-US" sz="4000"/>
              <a:t>This innovative web application is designed to empower women and provide them with the tools and resources needed to feel safe and protected in their daily lives. By combining advanced technology with a community-based approach, we aim to create a safer and more inclusive environment for women around the world.</a:t>
            </a:r>
          </a:p>
          <a:p>
            <a:pPr marL="4035023" lvl="8" indent="-417311">
              <a:lnSpc>
                <a:spcPts val="6301"/>
              </a:lnSpc>
              <a:buFont typeface="Arial"/>
              <a:buChar char="•"/>
            </a:pPr>
            <a:endParaRPr lang="en-US" sz="3865">
              <a:solidFill>
                <a:srgbClr val="000000"/>
              </a:solidFill>
              <a:latin typeface="Times New Roman"/>
              <a:ea typeface="Times New Roman"/>
              <a:cs typeface="Times New Roman"/>
              <a:sym typeface="Times New Roman"/>
            </a:endParaRPr>
          </a:p>
        </p:txBody>
      </p:sp>
      <p:sp>
        <p:nvSpPr>
          <p:cNvPr id="11" name="TextBox 10">
            <a:extLst>
              <a:ext uri="{FF2B5EF4-FFF2-40B4-BE49-F238E27FC236}">
                <a16:creationId xmlns:a16="http://schemas.microsoft.com/office/drawing/2014/main" id="{A94D18DA-B83F-AE8E-FEF8-97153CDA6C09}"/>
              </a:ext>
            </a:extLst>
          </p:cNvPr>
          <p:cNvSpPr txBox="1"/>
          <p:nvPr/>
        </p:nvSpPr>
        <p:spPr>
          <a:xfrm>
            <a:off x="914400" y="1028700"/>
            <a:ext cx="1303501" cy="369332"/>
          </a:xfrm>
          <a:prstGeom prst="rect">
            <a:avLst/>
          </a:prstGeom>
          <a:noFill/>
        </p:spPr>
        <p:txBody>
          <a:bodyPr wrap="square" rtlCol="0">
            <a:spAutoFit/>
          </a:bodyPr>
          <a:lstStyle/>
          <a:p>
            <a:r>
              <a:rPr lang="en-IN"/>
              <a:t>LOOPLABS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538</Words>
  <Application>Microsoft Office PowerPoint</Application>
  <PresentationFormat>Custom</PresentationFormat>
  <Paragraphs>89</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Fira Code</vt:lpstr>
      <vt:lpstr>Poppins Semi-Bold</vt:lpstr>
      <vt:lpstr>Times New Roman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Pink Gradient Modern Minimalist Computer Technology Presentation</dc:title>
  <cp:lastModifiedBy>Vaishnavi sree Ravva</cp:lastModifiedBy>
  <cp:revision>1</cp:revision>
  <dcterms:created xsi:type="dcterms:W3CDTF">2006-08-16T00:00:00Z</dcterms:created>
  <dcterms:modified xsi:type="dcterms:W3CDTF">2025-04-30T10:05:41Z</dcterms:modified>
  <dc:identifier>DAGmCImH0yY</dc:identifier>
</cp:coreProperties>
</file>